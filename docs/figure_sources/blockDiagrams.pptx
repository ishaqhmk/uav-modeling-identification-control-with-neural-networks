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8" r:id="rId2"/>
    <p:sldId id="259" r:id="rId3"/>
    <p:sldId id="260" r:id="rId4"/>
    <p:sldId id="261" r:id="rId5"/>
    <p:sldId id="262" r:id="rId6"/>
    <p:sldId id="279" r:id="rId7"/>
    <p:sldId id="283" r:id="rId8"/>
    <p:sldId id="263" r:id="rId9"/>
    <p:sldId id="264" r:id="rId10"/>
    <p:sldId id="265" r:id="rId11"/>
    <p:sldId id="275" r:id="rId12"/>
    <p:sldId id="276" r:id="rId13"/>
    <p:sldId id="277" r:id="rId14"/>
    <p:sldId id="278" r:id="rId15"/>
    <p:sldId id="280" r:id="rId16"/>
    <p:sldId id="281" r:id="rId17"/>
    <p:sldId id="272" r:id="rId18"/>
    <p:sldId id="282" r:id="rId19"/>
    <p:sldId id="274" r:id="rId20"/>
    <p:sldId id="284" r:id="rId21"/>
    <p:sldId id="285" r:id="rId22"/>
    <p:sldId id="286" r:id="rId23"/>
    <p:sldId id="288" r:id="rId24"/>
    <p:sldId id="289" r:id="rId25"/>
    <p:sldId id="28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F6E2"/>
    <a:srgbClr val="990033"/>
    <a:srgbClr val="C5FF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A9665B-E1D9-4EC2-8463-4F0EC7BD741E}" v="751" dt="2026-04-17T22:44:50.1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840" autoAdjust="0"/>
  </p:normalViewPr>
  <p:slideViewPr>
    <p:cSldViewPr snapToGrid="0">
      <p:cViewPr>
        <p:scale>
          <a:sx n="160" d="100"/>
          <a:sy n="160" d="100"/>
        </p:scale>
        <p:origin x="-3024" y="-1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7F6A0E-CDF6-4C26-B845-2FF79443883C}" type="datetimeFigureOut">
              <a:rPr lang="en-AE" smtClean="0"/>
              <a:t>02/04/2026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F4C9CD-BAF4-4A6E-A0EB-E753AC78B03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3275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Finalized! </a:t>
            </a:r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F4C9CD-BAF4-4A6E-A0EB-E753AC78B03A}" type="slidenum">
              <a:rPr lang="en-AE" smtClean="0"/>
              <a:t>5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1117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34B60-F462-024E-D45B-9D165F4D7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1F6043-A6CF-5F4F-42C6-BC5716CEF1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7CBCD8-F6C5-3038-313A-03DE6FEA8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Finalized! </a:t>
            </a: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7E58F-CF99-87B3-842D-CEF65CF792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F4C9CD-BAF4-4A6E-A0EB-E753AC78B03A}" type="slidenum">
              <a:rPr lang="en-AE" smtClean="0"/>
              <a:t>6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723996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1C4B9-E977-097F-4882-E67DDB975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274ADD-C606-F9D9-93EA-186150ABF5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4237C0-C566-130A-AE6E-2E7835444D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Finalized! </a:t>
            </a: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D1D8D-B00D-7C8F-6852-5636205B57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F4C9CD-BAF4-4A6E-A0EB-E753AC78B03A}" type="slidenum">
              <a:rPr lang="en-AE" smtClean="0"/>
              <a:t>7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30211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F4C9CD-BAF4-4A6E-A0EB-E753AC78B03A}" type="slidenum">
              <a:rPr lang="en-AE" smtClean="0"/>
              <a:t>8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584328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F4C9CD-BAF4-4A6E-A0EB-E753AC78B03A}" type="slidenum">
              <a:rPr lang="en-AE" smtClean="0"/>
              <a:t>14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916944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B5CF0-326C-549A-A170-E2FF0B6FB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C190AA-99C0-CAD5-BC95-DE8FCA90E2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4842FB-E698-CB63-69C5-09F8C9282A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309B88-D73D-43CA-9898-DA3A25FD36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F4C9CD-BAF4-4A6E-A0EB-E753AC78B03A}" type="slidenum">
              <a:rPr lang="en-AE" smtClean="0"/>
              <a:t>15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155979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A7197-5F92-3CBB-4756-5B5E72DC8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1C75D8-DE80-99FB-34E5-DC6B02E0D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E73E04-EF36-8CD1-4BBC-4752913BAA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352746-48B9-866F-45D7-E5B1F2F33B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F4C9CD-BAF4-4A6E-A0EB-E753AC78B03A}" type="slidenum">
              <a:rPr lang="en-AE" smtClean="0"/>
              <a:t>16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137102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91FDD-F3EC-9B5D-7F76-0B090685D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9BE1B9-64B1-F31D-EF8F-8926BAF8E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15900" y="1143000"/>
            <a:ext cx="7289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26B10C-592A-B826-7639-0425A2F90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9390B-FDB0-CCAE-7C14-CDFD86ABE3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786BF-1A18-47FD-86D2-F53A8654552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44518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4E598-208B-B1D2-0FE8-FB6CCD2CA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BED2F5-118B-9C7D-C484-F34E330488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812D2E-E759-481E-B114-00DAD5C483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B3B05E-A1DE-F7F5-0665-D7738E2313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786BF-1A18-47FD-86D2-F53A8654552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19600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500AF-9E71-E8EF-2F77-8E45099CC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9BBF1F-8D23-7B53-C95C-ED1B9122B4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15900" y="1143000"/>
            <a:ext cx="7289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33BB91-8373-54AA-5B00-E710DB6BE4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99474-E95E-2372-10DB-9ABD069476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786BF-1A18-47FD-86D2-F53A8654552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71828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497DB-D5A1-58CB-9B4B-4FE5A4A4D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64443C-20D9-0DED-7F3C-71AA5279CC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FCDCA3-FB82-0FCE-AE8E-DAC6A4975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89476-953F-8107-C168-34B4CF1F0E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786BF-1A18-47FD-86D2-F53A8654552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16763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DD75D-82C2-DE45-1421-0AAC54DCA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E376A8-91B9-0352-5C9A-1CB6F2535E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38AF67-1634-13E0-C938-6D1E841525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7927C-EFDB-0E53-A2E6-550A224CE8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786BF-1A18-47FD-86D2-F53A8654552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13509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5C45D-8573-4776-6476-9C0BDE62E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A319FA-0738-6F92-2DFA-B18B7A6D00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50ED8C-A84D-0234-03BA-986260948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9CBC6-1015-8285-F9E5-A640D5B129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786BF-1A18-47FD-86D2-F53A8654552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2213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80DA6-E45F-06AD-EAEB-09114A601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A6DDF1-1B74-C7AC-1B99-E6E07D7B41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1FDC3C-6A3D-F88C-721D-A32D7BE55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9EFB6-B236-1A46-F7E2-F026DF8411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786BF-1A18-47FD-86D2-F53A8654552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48181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E6E65-481A-5DB9-9352-71A54A18E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1907C2-BECF-1BA7-4C27-C1A2C69CD6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349F3E-4DA6-DB7B-52B5-BCF61C595A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9A4F00-E116-3794-A578-F20E7BE12A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786BF-1A18-47FD-86D2-F53A8654552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0788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20931-1870-3E76-DBCB-BE4E52F75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B17273-3271-4A39-A643-B7219B7DE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2CEF93-3579-D64B-EAAA-76DF2792A7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B0C5B-9BD5-29B2-0349-09776F79EC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786BF-1A18-47FD-86D2-F53A8654552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8419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D41FF-B4D8-B9BE-70EF-EAA43516BC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5A54B-ACD0-9B87-8A18-27B24C2DC0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2A4A2-D2DE-F4D8-F774-86FF120B6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F5DAC-1E6C-4D99-A7C1-D5AA0F56FC2C}" type="datetimeFigureOut">
              <a:rPr lang="en-AE" smtClean="0"/>
              <a:t>02/04/2026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9233F-5427-5FE9-9302-C150B13F1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54FD3-5E83-C8A4-03FB-EAEEAE8C5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BA2F-5FF7-45E4-A5D3-0A74E0AFA7F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898606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1FCC3-B02B-9431-88B2-8AD3D36FB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31165-864C-DFBD-0255-AE7FC10C4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88079-BD25-E192-6992-79D07359D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F5DAC-1E6C-4D99-A7C1-D5AA0F56FC2C}" type="datetimeFigureOut">
              <a:rPr lang="en-AE" smtClean="0"/>
              <a:t>02/04/2026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9CB8F-5ABE-1F49-8E80-A54336E0E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57CCE-B0BB-2909-9400-7B4E02E8C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BA2F-5FF7-45E4-A5D3-0A74E0AFA7F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09334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BF950-BA08-0E9A-51C5-2DF8C5B28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76B58-1F10-A0BB-2EBE-9F35ACB55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3E6FC-9893-4459-F9B2-D5D72D7AC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F5DAC-1E6C-4D99-A7C1-D5AA0F56FC2C}" type="datetimeFigureOut">
              <a:rPr lang="en-AE" smtClean="0"/>
              <a:t>02/04/2026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B4E02-D2E1-BA66-F233-1FC1AAFE8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5D0C3-A98B-537E-FF90-3D40AB7AF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BA2F-5FF7-45E4-A5D3-0A74E0AFA7F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56352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90BA5-1E8E-FEA6-102C-D2E7B5712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BF800-B2AE-189F-748E-DBCFB22FE5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4CD0D5-9995-1B52-0761-83E7E3D4D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7ECA4-5E74-C54C-2CC1-411423F3D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F5DAC-1E6C-4D99-A7C1-D5AA0F56FC2C}" type="datetimeFigureOut">
              <a:rPr lang="en-AE" smtClean="0"/>
              <a:t>02/04/2026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F532D9-8D0E-3AD5-64E1-99F8A5F03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1102C9-735E-2531-009D-0EC59AF87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BA2F-5FF7-45E4-A5D3-0A74E0AFA7F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25442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A6431-8881-1C4D-3402-74C1A1EE0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7175CC-9BE1-77B3-1E57-B411232B4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821139-4C2D-DF1B-FC23-2E7EE5861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B6B05B-F434-7D8F-732F-62C06D23B0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0347C3-FC1D-FB9F-AFEB-EA46F292EA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4A0F15-DF37-A7F9-7021-4E6649C3F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F5DAC-1E6C-4D99-A7C1-D5AA0F56FC2C}" type="datetimeFigureOut">
              <a:rPr lang="en-AE" smtClean="0"/>
              <a:t>02/04/2026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D4AA1A-FBD5-9B61-0FB0-273523D00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5353DE-B8DE-2B3B-C838-B2280214D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BA2F-5FF7-45E4-A5D3-0A74E0AFA7F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33890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074FE-4986-46D2-D9D9-5E005E2CB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BC78F8-877C-F209-2E34-9139E047A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F5DAC-1E6C-4D99-A7C1-D5AA0F56FC2C}" type="datetimeFigureOut">
              <a:rPr lang="en-AE" smtClean="0"/>
              <a:t>02/04/2026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604AF9-1DE8-F158-1C87-99A74293E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3C352D-E4CE-39D3-7E80-3077270AB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BA2F-5FF7-45E4-A5D3-0A74E0AFA7F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92596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8C23E7-41B0-B1BC-7AE7-6114646A8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F5DAC-1E6C-4D99-A7C1-D5AA0F56FC2C}" type="datetimeFigureOut">
              <a:rPr lang="en-AE" smtClean="0"/>
              <a:t>02/04/2026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A4C761-321A-10CA-645D-586383281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D9A98-610D-2869-D7C8-76F2513A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BA2F-5FF7-45E4-A5D3-0A74E0AFA7F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04014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30C3E-6DBA-0E4C-1760-549407077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D48A2-0AC7-7AC9-F250-8CD4B3B80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037B2C-77BF-0203-EEB2-2EAC67FEA1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C45942-EB4F-220F-277F-44FCC554C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F5DAC-1E6C-4D99-A7C1-D5AA0F56FC2C}" type="datetimeFigureOut">
              <a:rPr lang="en-AE" smtClean="0"/>
              <a:t>02/04/2026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7F420-700A-EDB3-884E-9BFD527D9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1D004-C1D7-8C63-5F1E-15189CDB1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BA2F-5FF7-45E4-A5D3-0A74E0AFA7F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13444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F1944-0B0A-6234-881D-C62B18572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F76891-24C3-FE3E-8AD3-1B595778E2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B48F14-58E2-1176-641E-1EE24BB2E1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9F5FCD-2F16-BEAE-469D-40C41984E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F5DAC-1E6C-4D99-A7C1-D5AA0F56FC2C}" type="datetimeFigureOut">
              <a:rPr lang="en-AE" smtClean="0"/>
              <a:t>02/04/2026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4F1C8C-A781-93C4-C66F-2CB0B15F2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DABEE-326D-9101-1C95-AF8363F0F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BA2F-5FF7-45E4-A5D3-0A74E0AFA7F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21300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F05E0-E96B-955A-E2A5-B14DFAA9F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7424F2-9043-CD54-AEAD-2B6FE73594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2BF43-8715-AAB0-FF98-7CD7F291B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F5DAC-1E6C-4D99-A7C1-D5AA0F56FC2C}" type="datetimeFigureOut">
              <a:rPr lang="en-AE" smtClean="0"/>
              <a:t>02/04/2026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B5AB0-FA96-04B3-4D7F-B20A829BB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F6890-A19D-9B05-7E26-E5E2056DF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BA2F-5FF7-45E4-A5D3-0A74E0AFA7F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13024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85878A-3059-0000-05B3-EE07F0FAB7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F76D2D-27D5-7468-7E7A-1A569FB9D6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0D367-AB99-19E0-5F20-CD9F15313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F5DAC-1E6C-4D99-A7C1-D5AA0F56FC2C}" type="datetimeFigureOut">
              <a:rPr lang="en-AE" smtClean="0"/>
              <a:t>02/04/2026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0B356-D080-7BE8-29ED-61D6B2C7A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79387-D3EB-8916-CC33-F48962E40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BA2F-5FF7-45E4-A5D3-0A74E0AFA7F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50769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4C1462-63DC-4F7A-92C3-B77EA3002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E5903-705B-19BF-A874-0FF50D7AF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30C5C-7A1E-8948-001C-8AD9B85000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8F5DAC-1E6C-4D99-A7C1-D5AA0F56FC2C}" type="datetimeFigureOut">
              <a:rPr lang="en-AE" smtClean="0"/>
              <a:t>02/04/2026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F40E3-BFCE-A1BA-5054-AFFD71F5BC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47D91-08A3-181D-1352-C71CA30D8D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75BA2F-5FF7-45E4-A5D3-0A74E0AFA7F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82160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8.png"/><Relationship Id="rId5" Type="http://schemas.openxmlformats.org/officeDocument/2006/relationships/image" Target="../media/image33.png"/><Relationship Id="rId15" Type="http://schemas.openxmlformats.org/officeDocument/2006/relationships/image" Target="../media/image42.png"/><Relationship Id="rId10" Type="http://schemas.openxmlformats.org/officeDocument/2006/relationships/image" Target="../media/image2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8.png"/><Relationship Id="rId5" Type="http://schemas.openxmlformats.org/officeDocument/2006/relationships/image" Target="../media/image33.png"/><Relationship Id="rId15" Type="http://schemas.openxmlformats.org/officeDocument/2006/relationships/image" Target="../media/image42.png"/><Relationship Id="rId10" Type="http://schemas.openxmlformats.org/officeDocument/2006/relationships/image" Target="../media/image2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60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9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60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9" Type="http://schemas.openxmlformats.org/officeDocument/2006/relationships/image" Target="../media/image5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18" Type="http://schemas.openxmlformats.org/officeDocument/2006/relationships/image" Target="../media/image7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17" Type="http://schemas.openxmlformats.org/officeDocument/2006/relationships/image" Target="../media/image78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5" Type="http://schemas.openxmlformats.org/officeDocument/2006/relationships/image" Target="../media/image7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18" Type="http://schemas.openxmlformats.org/officeDocument/2006/relationships/image" Target="../media/image7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17" Type="http://schemas.openxmlformats.org/officeDocument/2006/relationships/image" Target="../media/image78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5" Type="http://schemas.openxmlformats.org/officeDocument/2006/relationships/image" Target="../media/image7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18" Type="http://schemas.openxmlformats.org/officeDocument/2006/relationships/image" Target="../media/image7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17" Type="http://schemas.openxmlformats.org/officeDocument/2006/relationships/image" Target="../media/image78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5" Type="http://schemas.openxmlformats.org/officeDocument/2006/relationships/image" Target="../media/image7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18" Type="http://schemas.openxmlformats.org/officeDocument/2006/relationships/image" Target="../media/image95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17" Type="http://schemas.openxmlformats.org/officeDocument/2006/relationships/image" Target="../media/image94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18" Type="http://schemas.openxmlformats.org/officeDocument/2006/relationships/image" Target="../media/image97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17" Type="http://schemas.openxmlformats.org/officeDocument/2006/relationships/image" Target="../media/image95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6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18" Type="http://schemas.openxmlformats.org/officeDocument/2006/relationships/image" Target="../media/image99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17" Type="http://schemas.openxmlformats.org/officeDocument/2006/relationships/image" Target="../media/image95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8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18" Type="http://schemas.openxmlformats.org/officeDocument/2006/relationships/image" Target="../media/image99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17" Type="http://schemas.openxmlformats.org/officeDocument/2006/relationships/image" Target="../media/image95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100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102.png"/><Relationship Id="rId18" Type="http://schemas.openxmlformats.org/officeDocument/2006/relationships/image" Target="../media/image99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17" Type="http://schemas.openxmlformats.org/officeDocument/2006/relationships/image" Target="../media/image95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104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Relationship Id="rId14" Type="http://schemas.openxmlformats.org/officeDocument/2006/relationships/image" Target="../media/image10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18" Type="http://schemas.openxmlformats.org/officeDocument/2006/relationships/image" Target="../media/image109.png"/><Relationship Id="rId3" Type="http://schemas.openxmlformats.org/officeDocument/2006/relationships/image" Target="../media/image80.png"/><Relationship Id="rId21" Type="http://schemas.openxmlformats.org/officeDocument/2006/relationships/image" Target="../media/image112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17" Type="http://schemas.openxmlformats.org/officeDocument/2006/relationships/image" Target="../media/image108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07.png"/><Relationship Id="rId20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105.png"/><Relationship Id="rId15" Type="http://schemas.openxmlformats.org/officeDocument/2006/relationships/image" Target="../media/image106.png"/><Relationship Id="rId10" Type="http://schemas.openxmlformats.org/officeDocument/2006/relationships/image" Target="../media/image87.png"/><Relationship Id="rId19" Type="http://schemas.openxmlformats.org/officeDocument/2006/relationships/image" Target="../media/image110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4EF8E93D-9710-F866-ECC3-29BA0B1126FA}"/>
              </a:ext>
            </a:extLst>
          </p:cNvPr>
          <p:cNvSpPr/>
          <p:nvPr/>
        </p:nvSpPr>
        <p:spPr>
          <a:xfrm>
            <a:off x="7501799" y="2275768"/>
            <a:ext cx="252000" cy="252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DD3AB49-4194-B0DC-4AE5-4D93E1EFAB43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7627799" y="1634813"/>
            <a:ext cx="0" cy="640955"/>
          </a:xfrm>
          <a:prstGeom prst="straightConnector1">
            <a:avLst/>
          </a:prstGeom>
          <a:ln w="28575"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50E52CF-E093-5BF2-7D22-BB0B638940E2}"/>
              </a:ext>
            </a:extLst>
          </p:cNvPr>
          <p:cNvCxnSpPr>
            <a:cxnSpLocks/>
            <a:stCxn id="4" idx="3"/>
            <a:endCxn id="5" idx="2"/>
          </p:cNvCxnSpPr>
          <p:nvPr/>
        </p:nvCxnSpPr>
        <p:spPr>
          <a:xfrm flipV="1">
            <a:off x="7082934" y="2401768"/>
            <a:ext cx="418865" cy="3807"/>
          </a:xfrm>
          <a:prstGeom prst="straightConnector1">
            <a:avLst/>
          </a:prstGeom>
          <a:ln w="28575"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726D552-2455-CAC0-AE12-EA0206F12352}"/>
                  </a:ext>
                </a:extLst>
              </p:cNvPr>
              <p:cNvSpPr/>
              <p:nvPr/>
            </p:nvSpPr>
            <p:spPr>
              <a:xfrm>
                <a:off x="8172665" y="2081290"/>
                <a:ext cx="825420" cy="64095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𝑝𝑙𝑎𝑛𝑡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726D552-2455-CAC0-AE12-EA0206F123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665" y="2081290"/>
                <a:ext cx="825420" cy="64095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88D8DE9-C8B8-B541-787F-53591E62E707}"/>
              </a:ext>
            </a:extLst>
          </p:cNvPr>
          <p:cNvCxnSpPr>
            <a:cxnSpLocks/>
            <a:stCxn id="5" idx="6"/>
            <a:endCxn id="17" idx="1"/>
          </p:cNvCxnSpPr>
          <p:nvPr/>
        </p:nvCxnSpPr>
        <p:spPr>
          <a:xfrm>
            <a:off x="7753799" y="2401768"/>
            <a:ext cx="418866" cy="0"/>
          </a:xfrm>
          <a:prstGeom prst="straightConnector1">
            <a:avLst/>
          </a:prstGeom>
          <a:ln w="28575"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70E5DD89-0E30-9A5D-DE55-4F6301A26472}"/>
              </a:ext>
            </a:extLst>
          </p:cNvPr>
          <p:cNvSpPr/>
          <p:nvPr/>
        </p:nvSpPr>
        <p:spPr>
          <a:xfrm>
            <a:off x="5273415" y="2677353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CDB65E8-1744-D313-F564-2B8C40D006D0}"/>
              </a:ext>
            </a:extLst>
          </p:cNvPr>
          <p:cNvSpPr/>
          <p:nvPr/>
        </p:nvSpPr>
        <p:spPr>
          <a:xfrm>
            <a:off x="5266727" y="1595398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4037736-3562-0048-375B-2007133EE742}"/>
              </a:ext>
            </a:extLst>
          </p:cNvPr>
          <p:cNvSpPr/>
          <p:nvPr/>
        </p:nvSpPr>
        <p:spPr>
          <a:xfrm>
            <a:off x="5280180" y="3173452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4B0D031-EEFA-1673-FDE3-823B5E6ADB76}"/>
              </a:ext>
            </a:extLst>
          </p:cNvPr>
          <p:cNvSpPr/>
          <p:nvPr/>
        </p:nvSpPr>
        <p:spPr>
          <a:xfrm>
            <a:off x="5278010" y="2182805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F9144F3-B0C0-298B-441A-F4B9FD06A31B}"/>
              </a:ext>
            </a:extLst>
          </p:cNvPr>
          <p:cNvSpPr/>
          <p:nvPr/>
        </p:nvSpPr>
        <p:spPr>
          <a:xfrm>
            <a:off x="3023123" y="2574213"/>
            <a:ext cx="252000" cy="252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3ADF12A9-D4F9-71D8-29C4-818E7DDE5033}"/>
              </a:ext>
            </a:extLst>
          </p:cNvPr>
          <p:cNvCxnSpPr>
            <a:cxnSpLocks/>
            <a:stCxn id="17" idx="3"/>
            <a:endCxn id="27" idx="4"/>
          </p:cNvCxnSpPr>
          <p:nvPr/>
        </p:nvCxnSpPr>
        <p:spPr>
          <a:xfrm flipH="1">
            <a:off x="3149123" y="2401768"/>
            <a:ext cx="5848962" cy="424445"/>
          </a:xfrm>
          <a:prstGeom prst="bentConnector4">
            <a:avLst>
              <a:gd name="adj1" fmla="val -9855"/>
              <a:gd name="adj2" fmla="val 359927"/>
            </a:avLst>
          </a:prstGeom>
          <a:ln w="28575"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2817CCE4-13B0-4F20-4C78-93AEF8585C62}"/>
                  </a:ext>
                </a:extLst>
              </p:cNvPr>
              <p:cNvSpPr/>
              <p:nvPr/>
            </p:nvSpPr>
            <p:spPr>
              <a:xfrm>
                <a:off x="3999945" y="2017817"/>
                <a:ext cx="884626" cy="37709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E" sz="1200" b="1" dirty="0"/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2817CCE4-13B0-4F20-4C78-93AEF8585C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9945" y="2017817"/>
                <a:ext cx="884626" cy="3770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EF2F1F02-77FF-E89C-A861-D0612428A241}"/>
                  </a:ext>
                </a:extLst>
              </p:cNvPr>
              <p:cNvSpPr/>
              <p:nvPr/>
            </p:nvSpPr>
            <p:spPr>
              <a:xfrm>
                <a:off x="3997644" y="2511667"/>
                <a:ext cx="884626" cy="37709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11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1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  <m:d>
                            <m:dPr>
                              <m:ctrlPr>
                                <a:rPr lang="en-US" sz="11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en-US" sz="1100" b="1" i="1" smtClean="0">
                              <a:latin typeface="Cambria Math" panose="02040503050406030204" pitchFamily="18" charset="0"/>
                            </a:rPr>
                            <m:t>𝒅𝒕</m:t>
                          </m:r>
                        </m:e>
                      </m:nary>
                    </m:oMath>
                  </m:oMathPara>
                </a14:m>
                <a:endParaRPr lang="en-AE" sz="1200" b="1" dirty="0"/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EF2F1F02-77FF-E89C-A861-D0612428A2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7644" y="2511667"/>
                <a:ext cx="884626" cy="377092"/>
              </a:xfrm>
              <a:prstGeom prst="rect">
                <a:avLst/>
              </a:prstGeom>
              <a:blipFill>
                <a:blip r:embed="rId4"/>
                <a:stretch>
                  <a:fillRect l="-47973" t="-181538" r="-25676" b="-247692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127B5BB7-E270-1514-B9AE-7891686B6C71}"/>
                  </a:ext>
                </a:extLst>
              </p:cNvPr>
              <p:cNvSpPr/>
              <p:nvPr/>
            </p:nvSpPr>
            <p:spPr>
              <a:xfrm>
                <a:off x="4000178" y="3022693"/>
                <a:ext cx="884626" cy="37709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1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  <m:d>
                            <m:dPr>
                              <m:ctrlPr>
                                <a:rPr lang="en-US" sz="11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</m:num>
                        <m:den>
                          <m:r>
                            <a:rPr lang="en-US" sz="1100" b="1" i="1" smtClean="0"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</m:oMath>
                  </m:oMathPara>
                </a14:m>
                <a:endParaRPr lang="en-AE" sz="1100" b="1" dirty="0"/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127B5BB7-E270-1514-B9AE-7891686B6C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178" y="3022693"/>
                <a:ext cx="884626" cy="377092"/>
              </a:xfrm>
              <a:prstGeom prst="rect">
                <a:avLst/>
              </a:prstGeom>
              <a:blipFill>
                <a:blip r:embed="rId5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1DC4002-9D6F-EFF9-C056-8F910DC2D31F}"/>
              </a:ext>
            </a:extLst>
          </p:cNvPr>
          <p:cNvCxnSpPr>
            <a:stCxn id="27" idx="6"/>
            <a:endCxn id="38" idx="1"/>
          </p:cNvCxnSpPr>
          <p:nvPr/>
        </p:nvCxnSpPr>
        <p:spPr>
          <a:xfrm>
            <a:off x="3275123" y="2700213"/>
            <a:ext cx="722521" cy="0"/>
          </a:xfrm>
          <a:prstGeom prst="straightConnector1">
            <a:avLst/>
          </a:prstGeom>
          <a:ln w="28575"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8256C7E0-23E2-E289-6FF4-B24FB5C2F446}"/>
              </a:ext>
            </a:extLst>
          </p:cNvPr>
          <p:cNvCxnSpPr>
            <a:stCxn id="27" idx="6"/>
            <a:endCxn id="32" idx="1"/>
          </p:cNvCxnSpPr>
          <p:nvPr/>
        </p:nvCxnSpPr>
        <p:spPr>
          <a:xfrm flipV="1">
            <a:off x="3275123" y="2206363"/>
            <a:ext cx="724822" cy="493850"/>
          </a:xfrm>
          <a:prstGeom prst="bentConnector3">
            <a:avLst/>
          </a:prstGeom>
          <a:ln w="28575"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CA84FA6B-89CB-5CED-9B9C-03A83E7828D7}"/>
              </a:ext>
            </a:extLst>
          </p:cNvPr>
          <p:cNvCxnSpPr>
            <a:stCxn id="27" idx="6"/>
            <a:endCxn id="39" idx="1"/>
          </p:cNvCxnSpPr>
          <p:nvPr/>
        </p:nvCxnSpPr>
        <p:spPr>
          <a:xfrm>
            <a:off x="3275123" y="2700213"/>
            <a:ext cx="725055" cy="511026"/>
          </a:xfrm>
          <a:prstGeom prst="bentConnector3">
            <a:avLst>
              <a:gd name="adj1" fmla="val 50000"/>
            </a:avLst>
          </a:prstGeom>
          <a:ln w="28575"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2F998B79-2194-A3A5-182B-2D21DF75D26A}"/>
              </a:ext>
            </a:extLst>
          </p:cNvPr>
          <p:cNvCxnSpPr>
            <a:stCxn id="17" idx="3"/>
            <a:endCxn id="21" idx="2"/>
          </p:cNvCxnSpPr>
          <p:nvPr/>
        </p:nvCxnSpPr>
        <p:spPr>
          <a:xfrm flipH="1" flipV="1">
            <a:off x="5266727" y="1618258"/>
            <a:ext cx="3731358" cy="783510"/>
          </a:xfrm>
          <a:prstGeom prst="bentConnector5">
            <a:avLst>
              <a:gd name="adj1" fmla="val -15449"/>
              <a:gd name="adj2" fmla="val 188236"/>
              <a:gd name="adj3" fmla="val 111986"/>
            </a:avLst>
          </a:prstGeom>
          <a:ln w="28575"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F433CF3-38DC-992E-D559-3C8AE543F983}"/>
              </a:ext>
            </a:extLst>
          </p:cNvPr>
          <p:cNvCxnSpPr>
            <a:stCxn id="38" idx="3"/>
            <a:endCxn id="20" idx="2"/>
          </p:cNvCxnSpPr>
          <p:nvPr/>
        </p:nvCxnSpPr>
        <p:spPr>
          <a:xfrm>
            <a:off x="4882270" y="2700213"/>
            <a:ext cx="391145" cy="0"/>
          </a:xfrm>
          <a:prstGeom prst="straightConnector1">
            <a:avLst/>
          </a:prstGeom>
          <a:ln w="28575"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84413D5-64D7-4144-9EE7-E938185B6F9D}"/>
              </a:ext>
            </a:extLst>
          </p:cNvPr>
          <p:cNvCxnSpPr>
            <a:stCxn id="32" idx="3"/>
            <a:endCxn id="23" idx="2"/>
          </p:cNvCxnSpPr>
          <p:nvPr/>
        </p:nvCxnSpPr>
        <p:spPr>
          <a:xfrm flipV="1">
            <a:off x="4884571" y="2205665"/>
            <a:ext cx="393439" cy="698"/>
          </a:xfrm>
          <a:prstGeom prst="straightConnector1">
            <a:avLst/>
          </a:prstGeom>
          <a:ln w="28575"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A52361A-1A1D-A6AB-66CA-ED8F6972C29D}"/>
              </a:ext>
            </a:extLst>
          </p:cNvPr>
          <p:cNvCxnSpPr>
            <a:cxnSpLocks/>
            <a:stCxn id="39" idx="3"/>
            <a:endCxn id="22" idx="3"/>
          </p:cNvCxnSpPr>
          <p:nvPr/>
        </p:nvCxnSpPr>
        <p:spPr>
          <a:xfrm>
            <a:off x="4884804" y="3211239"/>
            <a:ext cx="402071" cy="1237"/>
          </a:xfrm>
          <a:prstGeom prst="straightConnector1">
            <a:avLst/>
          </a:prstGeom>
          <a:ln w="28575"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28CBF15-F367-AD7E-C974-EECA269A2DC2}"/>
              </a:ext>
            </a:extLst>
          </p:cNvPr>
          <p:cNvSpPr/>
          <p:nvPr/>
        </p:nvSpPr>
        <p:spPr>
          <a:xfrm>
            <a:off x="5278033" y="1139482"/>
            <a:ext cx="1804901" cy="253218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4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RNN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113F2AC9-3065-F4BC-FB64-51E5F62BA30B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2418500" y="2700213"/>
            <a:ext cx="604623" cy="0"/>
          </a:xfrm>
          <a:prstGeom prst="straightConnector1">
            <a:avLst/>
          </a:prstGeom>
          <a:ln w="28575"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9B46CED-21B0-029E-86AD-4E12C129CA10}"/>
                  </a:ext>
                </a:extLst>
              </p:cNvPr>
              <p:cNvSpPr txBox="1"/>
              <p:nvPr/>
            </p:nvSpPr>
            <p:spPr>
              <a:xfrm>
                <a:off x="1790058" y="2511667"/>
                <a:ext cx="6944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E" b="1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9B46CED-21B0-029E-86AD-4E12C129C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0058" y="2511667"/>
                <a:ext cx="694421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557B1C7E-8211-8ACE-A520-3528068F64F6}"/>
                  </a:ext>
                </a:extLst>
              </p:cNvPr>
              <p:cNvSpPr txBox="1"/>
              <p:nvPr/>
            </p:nvSpPr>
            <p:spPr>
              <a:xfrm>
                <a:off x="8995492" y="2013696"/>
                <a:ext cx="6575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E" b="1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557B1C7E-8211-8ACE-A520-3528068F6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492" y="2013696"/>
                <a:ext cx="657552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650C033D-D7EA-7E80-A1D0-356D3AE13CB4}"/>
                  </a:ext>
                </a:extLst>
              </p:cNvPr>
              <p:cNvSpPr txBox="1"/>
              <p:nvPr/>
            </p:nvSpPr>
            <p:spPr>
              <a:xfrm>
                <a:off x="2731707" y="2267881"/>
                <a:ext cx="4042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AE" b="1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650C033D-D7EA-7E80-A1D0-356D3AE13C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1707" y="2267881"/>
                <a:ext cx="40427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32DAEA9B-1372-91D0-9C5A-5A0D59AD0420}"/>
                  </a:ext>
                </a:extLst>
              </p:cNvPr>
              <p:cNvSpPr txBox="1"/>
              <p:nvPr/>
            </p:nvSpPr>
            <p:spPr>
              <a:xfrm>
                <a:off x="2762689" y="2804120"/>
                <a:ext cx="4042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AE" b="1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32DAEA9B-1372-91D0-9C5A-5A0D59AD0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689" y="2804120"/>
                <a:ext cx="40427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D7B7A0E4-E898-BF18-BEF2-7A37B029BDE9}"/>
                  </a:ext>
                </a:extLst>
              </p:cNvPr>
              <p:cNvSpPr txBox="1"/>
              <p:nvPr/>
            </p:nvSpPr>
            <p:spPr>
              <a:xfrm>
                <a:off x="3244327" y="2356350"/>
                <a:ext cx="3500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D7B7A0E4-E898-BF18-BEF2-7A37B029B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4327" y="2356350"/>
                <a:ext cx="35003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1E4362F3-E640-6E64-E4C6-1C003FE7A9A7}"/>
                  </a:ext>
                </a:extLst>
              </p:cNvPr>
              <p:cNvSpPr txBox="1"/>
              <p:nvPr/>
            </p:nvSpPr>
            <p:spPr>
              <a:xfrm>
                <a:off x="7328354" y="1287574"/>
                <a:ext cx="6687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E" b="1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1E4362F3-E640-6E64-E4C6-1C003FE7A9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8354" y="1287574"/>
                <a:ext cx="668773" cy="369332"/>
              </a:xfrm>
              <a:prstGeom prst="rect">
                <a:avLst/>
              </a:prstGeom>
              <a:blipFill>
                <a:blip r:embed="rId11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8851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NN, LSTM, GRU and Attention – Akash Kumar">
            <a:extLst>
              <a:ext uri="{FF2B5EF4-FFF2-40B4-BE49-F238E27FC236}">
                <a16:creationId xmlns:a16="http://schemas.microsoft.com/office/drawing/2014/main" id="{2BF55339-8673-A25D-FE53-F6C35B015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46225"/>
            <a:ext cx="12192000" cy="376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5696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AC1FC47-12A2-8522-D556-12B531CD8D7B}"/>
              </a:ext>
            </a:extLst>
          </p:cNvPr>
          <p:cNvSpPr/>
          <p:nvPr/>
        </p:nvSpPr>
        <p:spPr>
          <a:xfrm>
            <a:off x="2260283" y="1459279"/>
            <a:ext cx="3723799" cy="241059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1673BDE-9B04-2769-69C0-11AFDBC97F85}"/>
              </a:ext>
            </a:extLst>
          </p:cNvPr>
          <p:cNvCxnSpPr>
            <a:cxnSpLocks/>
          </p:cNvCxnSpPr>
          <p:nvPr/>
        </p:nvCxnSpPr>
        <p:spPr>
          <a:xfrm>
            <a:off x="5540433" y="1861226"/>
            <a:ext cx="924028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45462F96-F6AD-BD4C-FF2F-B8F1B7EAD472}"/>
              </a:ext>
            </a:extLst>
          </p:cNvPr>
          <p:cNvCxnSpPr>
            <a:cxnSpLocks/>
          </p:cNvCxnSpPr>
          <p:nvPr/>
        </p:nvCxnSpPr>
        <p:spPr>
          <a:xfrm rot="5400000">
            <a:off x="5877668" y="1492506"/>
            <a:ext cx="475133" cy="262307"/>
          </a:xfrm>
          <a:prstGeom prst="curvedConnector3">
            <a:avLst>
              <a:gd name="adj1" fmla="val 100270"/>
            </a:avLst>
          </a:prstGeom>
          <a:ln w="19050">
            <a:solidFill>
              <a:schemeClr val="tx1"/>
            </a:solidFill>
            <a:head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40514411-ECDA-4D44-DBD8-AD0E1A7ACA3C}"/>
              </a:ext>
            </a:extLst>
          </p:cNvPr>
          <p:cNvSpPr/>
          <p:nvPr/>
        </p:nvSpPr>
        <p:spPr>
          <a:xfrm>
            <a:off x="5252433" y="1717226"/>
            <a:ext cx="288000" cy="288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279A363-9C1C-59D9-89A7-3C31C6220115}"/>
              </a:ext>
            </a:extLst>
          </p:cNvPr>
          <p:cNvSpPr/>
          <p:nvPr/>
        </p:nvSpPr>
        <p:spPr>
          <a:xfrm>
            <a:off x="4394281" y="1717226"/>
            <a:ext cx="288000" cy="288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FCD63F2-2E39-2854-3B0A-18D63A04446C}"/>
              </a:ext>
            </a:extLst>
          </p:cNvPr>
          <p:cNvCxnSpPr>
            <a:stCxn id="29" idx="0"/>
            <a:endCxn id="27" idx="4"/>
          </p:cNvCxnSpPr>
          <p:nvPr/>
        </p:nvCxnSpPr>
        <p:spPr>
          <a:xfrm flipV="1">
            <a:off x="5396433" y="2005226"/>
            <a:ext cx="0" cy="583331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FC173882-71A9-31A4-B621-70801991F0AA}"/>
              </a:ext>
            </a:extLst>
          </p:cNvPr>
          <p:cNvSpPr/>
          <p:nvPr/>
        </p:nvSpPr>
        <p:spPr>
          <a:xfrm>
            <a:off x="4084781" y="2197317"/>
            <a:ext cx="914400" cy="369332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D5A5901-C6AA-163C-60D3-502C4C48D613}"/>
              </a:ext>
            </a:extLst>
          </p:cNvPr>
          <p:cNvSpPr/>
          <p:nvPr/>
        </p:nvSpPr>
        <p:spPr>
          <a:xfrm>
            <a:off x="5252433" y="2588557"/>
            <a:ext cx="288000" cy="288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1090D8A-3982-8D24-0011-14D0125885E6}"/>
              </a:ext>
            </a:extLst>
          </p:cNvPr>
          <p:cNvCxnSpPr>
            <a:cxnSpLocks/>
            <a:stCxn id="54" idx="0"/>
            <a:endCxn id="29" idx="4"/>
          </p:cNvCxnSpPr>
          <p:nvPr/>
        </p:nvCxnSpPr>
        <p:spPr>
          <a:xfrm flipV="1">
            <a:off x="5396433" y="2876557"/>
            <a:ext cx="0" cy="23078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7BD970E-1E54-AEC9-CD3B-CEE43E886588}"/>
              </a:ext>
            </a:extLst>
          </p:cNvPr>
          <p:cNvSpPr txBox="1"/>
          <p:nvPr/>
        </p:nvSpPr>
        <p:spPr>
          <a:xfrm>
            <a:off x="5129629" y="3107339"/>
            <a:ext cx="533608" cy="289285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AE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2A4ABD9-D83F-0347-5219-2DD00113997A}"/>
              </a:ext>
            </a:extLst>
          </p:cNvPr>
          <p:cNvSpPr txBox="1"/>
          <p:nvPr/>
        </p:nvSpPr>
        <p:spPr>
          <a:xfrm>
            <a:off x="4275177" y="2899077"/>
            <a:ext cx="533608" cy="289285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AE" dirty="0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AF77263-40C5-1B19-59C8-D6DCC412EE3E}"/>
              </a:ext>
            </a:extLst>
          </p:cNvPr>
          <p:cNvCxnSpPr>
            <a:stCxn id="63" idx="0"/>
            <a:endCxn id="39" idx="4"/>
          </p:cNvCxnSpPr>
          <p:nvPr/>
        </p:nvCxnSpPr>
        <p:spPr>
          <a:xfrm flipV="1">
            <a:off x="4541981" y="2566649"/>
            <a:ext cx="0" cy="332428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90C1BF5-E026-FE15-BB4B-7E8DC0EB44CC}"/>
              </a:ext>
            </a:extLst>
          </p:cNvPr>
          <p:cNvCxnSpPr>
            <a:stCxn id="39" idx="0"/>
            <a:endCxn id="28" idx="4"/>
          </p:cNvCxnSpPr>
          <p:nvPr/>
        </p:nvCxnSpPr>
        <p:spPr>
          <a:xfrm flipH="1" flipV="1">
            <a:off x="4538281" y="2005226"/>
            <a:ext cx="3700" cy="192091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C9D68E0A-1816-927D-F09E-7F799CF6FB70}"/>
              </a:ext>
            </a:extLst>
          </p:cNvPr>
          <p:cNvCxnSpPr>
            <a:stCxn id="28" idx="6"/>
            <a:endCxn id="27" idx="2"/>
          </p:cNvCxnSpPr>
          <p:nvPr/>
        </p:nvCxnSpPr>
        <p:spPr>
          <a:xfrm>
            <a:off x="4682281" y="1861226"/>
            <a:ext cx="570152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84EBADA1-F36D-6D2A-2CD6-4F06AC4DE821}"/>
              </a:ext>
            </a:extLst>
          </p:cNvPr>
          <p:cNvCxnSpPr>
            <a:cxnSpLocks/>
            <a:stCxn id="120" idx="6"/>
            <a:endCxn id="28" idx="2"/>
          </p:cNvCxnSpPr>
          <p:nvPr/>
        </p:nvCxnSpPr>
        <p:spPr>
          <a:xfrm>
            <a:off x="2139143" y="1861226"/>
            <a:ext cx="2255138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42364D83-2ED3-F225-A8E8-3A1E051647F1}"/>
              </a:ext>
            </a:extLst>
          </p:cNvPr>
          <p:cNvCxnSpPr>
            <a:cxnSpLocks/>
            <a:stCxn id="7" idx="6"/>
            <a:endCxn id="54" idx="2"/>
          </p:cNvCxnSpPr>
          <p:nvPr/>
        </p:nvCxnSpPr>
        <p:spPr>
          <a:xfrm flipV="1">
            <a:off x="3266712" y="3396624"/>
            <a:ext cx="2129721" cy="257246"/>
          </a:xfrm>
          <a:prstGeom prst="bentConnector2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Oval 112">
            <a:extLst>
              <a:ext uri="{FF2B5EF4-FFF2-40B4-BE49-F238E27FC236}">
                <a16:creationId xmlns:a16="http://schemas.microsoft.com/office/drawing/2014/main" id="{66B0E895-DC23-3876-3415-5126E4ABFF6B}"/>
              </a:ext>
            </a:extLst>
          </p:cNvPr>
          <p:cNvSpPr/>
          <p:nvPr/>
        </p:nvSpPr>
        <p:spPr>
          <a:xfrm>
            <a:off x="2614605" y="4037647"/>
            <a:ext cx="45719" cy="4571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F084E5F2-63CB-5248-32BE-ECC2478ECDEF}"/>
              </a:ext>
            </a:extLst>
          </p:cNvPr>
          <p:cNvCxnSpPr>
            <a:stCxn id="63" idx="0"/>
            <a:endCxn id="29" idx="2"/>
          </p:cNvCxnSpPr>
          <p:nvPr/>
        </p:nvCxnSpPr>
        <p:spPr>
          <a:xfrm rot="5400000" flipH="1" flipV="1">
            <a:off x="4813947" y="2460591"/>
            <a:ext cx="166520" cy="710452"/>
          </a:xfrm>
          <a:prstGeom prst="bentConnector2">
            <a:avLst/>
          </a:prstGeom>
          <a:ln w="19050">
            <a:tailEnd type="stealt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7" name="Oval 116">
            <a:extLst>
              <a:ext uri="{FF2B5EF4-FFF2-40B4-BE49-F238E27FC236}">
                <a16:creationId xmlns:a16="http://schemas.microsoft.com/office/drawing/2014/main" id="{53CDA6EF-3429-8057-7314-50126DE15B24}"/>
              </a:ext>
            </a:extLst>
          </p:cNvPr>
          <p:cNvSpPr/>
          <p:nvPr/>
        </p:nvSpPr>
        <p:spPr>
          <a:xfrm>
            <a:off x="2978712" y="2229313"/>
            <a:ext cx="288000" cy="288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186FF08B-4528-9BBE-3B1F-AE83746556A8}"/>
              </a:ext>
            </a:extLst>
          </p:cNvPr>
          <p:cNvSpPr/>
          <p:nvPr/>
        </p:nvSpPr>
        <p:spPr>
          <a:xfrm>
            <a:off x="2093424" y="1838366"/>
            <a:ext cx="45719" cy="4571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D198EF0A-3238-92D7-EFED-B241E1C92442}"/>
              </a:ext>
            </a:extLst>
          </p:cNvPr>
          <p:cNvSpPr txBox="1"/>
          <p:nvPr/>
        </p:nvSpPr>
        <p:spPr>
          <a:xfrm>
            <a:off x="3394918" y="2672826"/>
            <a:ext cx="533608" cy="289285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AE" dirty="0"/>
          </a:p>
        </p:txBody>
      </p:sp>
      <p:cxnSp>
        <p:nvCxnSpPr>
          <p:cNvPr id="131" name="Connector: Elbow 130">
            <a:extLst>
              <a:ext uri="{FF2B5EF4-FFF2-40B4-BE49-F238E27FC236}">
                <a16:creationId xmlns:a16="http://schemas.microsoft.com/office/drawing/2014/main" id="{5F202C96-F6F8-BC5D-928A-9E8ADE6BEBF6}"/>
              </a:ext>
            </a:extLst>
          </p:cNvPr>
          <p:cNvCxnSpPr>
            <a:cxnSpLocks/>
            <a:stCxn id="120" idx="6"/>
            <a:endCxn id="117" idx="0"/>
          </p:cNvCxnSpPr>
          <p:nvPr/>
        </p:nvCxnSpPr>
        <p:spPr>
          <a:xfrm>
            <a:off x="2139143" y="1861226"/>
            <a:ext cx="983569" cy="368087"/>
          </a:xfrm>
          <a:prstGeom prst="bentConnector2">
            <a:avLst/>
          </a:prstGeom>
          <a:ln w="19050"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7" name="Connector: Elbow 146">
            <a:extLst>
              <a:ext uri="{FF2B5EF4-FFF2-40B4-BE49-F238E27FC236}">
                <a16:creationId xmlns:a16="http://schemas.microsoft.com/office/drawing/2014/main" id="{DA5DDD49-6A7B-268A-7E56-AD201E4A7B3B}"/>
              </a:ext>
            </a:extLst>
          </p:cNvPr>
          <p:cNvCxnSpPr>
            <a:cxnSpLocks/>
            <a:stCxn id="15" idx="6"/>
            <a:endCxn id="126" idx="2"/>
          </p:cNvCxnSpPr>
          <p:nvPr/>
        </p:nvCxnSpPr>
        <p:spPr>
          <a:xfrm flipV="1">
            <a:off x="2781464" y="2962111"/>
            <a:ext cx="880258" cy="391756"/>
          </a:xfrm>
          <a:prstGeom prst="bentConnector2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ACCFE964-E512-C60E-CD20-44562A8C5503}"/>
              </a:ext>
            </a:extLst>
          </p:cNvPr>
          <p:cNvCxnSpPr>
            <a:stCxn id="126" idx="0"/>
            <a:endCxn id="117" idx="6"/>
          </p:cNvCxnSpPr>
          <p:nvPr/>
        </p:nvCxnSpPr>
        <p:spPr>
          <a:xfrm rot="16200000" flipV="1">
            <a:off x="3314461" y="2325565"/>
            <a:ext cx="299513" cy="39501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6AF0184E-E8A6-964F-B987-9EF2BC2A06D5}"/>
              </a:ext>
            </a:extLst>
          </p:cNvPr>
          <p:cNvSpPr/>
          <p:nvPr/>
        </p:nvSpPr>
        <p:spPr>
          <a:xfrm>
            <a:off x="2978712" y="3509870"/>
            <a:ext cx="288000" cy="288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3925796-C44F-D366-62C9-E8A18DCCDF83}"/>
              </a:ext>
            </a:extLst>
          </p:cNvPr>
          <p:cNvCxnSpPr>
            <a:stCxn id="117" idx="4"/>
            <a:endCxn id="7" idx="0"/>
          </p:cNvCxnSpPr>
          <p:nvPr/>
        </p:nvCxnSpPr>
        <p:spPr>
          <a:xfrm>
            <a:off x="3122712" y="2517313"/>
            <a:ext cx="0" cy="9925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2E964F58-E293-965B-3C6F-35E159A24F1C}"/>
              </a:ext>
            </a:extLst>
          </p:cNvPr>
          <p:cNvSpPr/>
          <p:nvPr/>
        </p:nvSpPr>
        <p:spPr>
          <a:xfrm>
            <a:off x="2493464" y="3209867"/>
            <a:ext cx="288000" cy="288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E5E83A62-30FA-A577-1267-FEF9E74DC30C}"/>
              </a:ext>
            </a:extLst>
          </p:cNvPr>
          <p:cNvCxnSpPr>
            <a:stCxn id="120" idx="6"/>
            <a:endCxn id="15" idx="0"/>
          </p:cNvCxnSpPr>
          <p:nvPr/>
        </p:nvCxnSpPr>
        <p:spPr>
          <a:xfrm>
            <a:off x="2139143" y="1861226"/>
            <a:ext cx="498321" cy="134864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9543A08-0718-9515-8B09-EF0452161A2F}"/>
              </a:ext>
            </a:extLst>
          </p:cNvPr>
          <p:cNvCxnSpPr>
            <a:stCxn id="113" idx="0"/>
            <a:endCxn id="15" idx="4"/>
          </p:cNvCxnSpPr>
          <p:nvPr/>
        </p:nvCxnSpPr>
        <p:spPr>
          <a:xfrm flipH="1" flipV="1">
            <a:off x="2637464" y="3497867"/>
            <a:ext cx="1" cy="53978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3A5AB399-46A3-3EEA-D2D5-FD4D6535F804}"/>
              </a:ext>
            </a:extLst>
          </p:cNvPr>
          <p:cNvCxnSpPr>
            <a:stCxn id="15" idx="6"/>
            <a:endCxn id="63" idx="2"/>
          </p:cNvCxnSpPr>
          <p:nvPr/>
        </p:nvCxnSpPr>
        <p:spPr>
          <a:xfrm flipV="1">
            <a:off x="2781464" y="3188362"/>
            <a:ext cx="1760517" cy="16550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14291E2F-041B-6F53-0808-168E9D704D3E}"/>
              </a:ext>
            </a:extLst>
          </p:cNvPr>
          <p:cNvCxnSpPr>
            <a:stCxn id="113" idx="0"/>
            <a:endCxn id="7" idx="2"/>
          </p:cNvCxnSpPr>
          <p:nvPr/>
        </p:nvCxnSpPr>
        <p:spPr>
          <a:xfrm rot="5400000" flipH="1" flipV="1">
            <a:off x="2616200" y="3675136"/>
            <a:ext cx="383777" cy="34124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2098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D6097-718B-A940-14AA-01D2FC20F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8C1C35D-27E8-0EA1-0CE5-5817FC9E166C}"/>
              </a:ext>
            </a:extLst>
          </p:cNvPr>
          <p:cNvSpPr/>
          <p:nvPr/>
        </p:nvSpPr>
        <p:spPr>
          <a:xfrm>
            <a:off x="2260283" y="1517781"/>
            <a:ext cx="3723799" cy="235208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704DE61-DC77-7FE7-7D9A-488A54BC2631}"/>
              </a:ext>
            </a:extLst>
          </p:cNvPr>
          <p:cNvCxnSpPr>
            <a:cxnSpLocks/>
          </p:cNvCxnSpPr>
          <p:nvPr/>
        </p:nvCxnSpPr>
        <p:spPr>
          <a:xfrm>
            <a:off x="5540433" y="1861226"/>
            <a:ext cx="924028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B105D166-32B9-580B-C995-6F19B129D6EF}"/>
              </a:ext>
            </a:extLst>
          </p:cNvPr>
          <p:cNvSpPr/>
          <p:nvPr/>
        </p:nvSpPr>
        <p:spPr>
          <a:xfrm>
            <a:off x="5252433" y="1717226"/>
            <a:ext cx="288000" cy="288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3340535-41DC-968F-08AA-B894807696C8}"/>
              </a:ext>
            </a:extLst>
          </p:cNvPr>
          <p:cNvSpPr/>
          <p:nvPr/>
        </p:nvSpPr>
        <p:spPr>
          <a:xfrm>
            <a:off x="4394281" y="1717226"/>
            <a:ext cx="288000" cy="288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011A921-A367-B2AD-A483-936C10B5D6F6}"/>
              </a:ext>
            </a:extLst>
          </p:cNvPr>
          <p:cNvCxnSpPr>
            <a:stCxn id="29" idx="0"/>
            <a:endCxn id="27" idx="4"/>
          </p:cNvCxnSpPr>
          <p:nvPr/>
        </p:nvCxnSpPr>
        <p:spPr>
          <a:xfrm flipV="1">
            <a:off x="5396433" y="2005226"/>
            <a:ext cx="0" cy="583331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8D609058-8649-0992-C533-67A37ABB78CD}"/>
              </a:ext>
            </a:extLst>
          </p:cNvPr>
          <p:cNvSpPr/>
          <p:nvPr/>
        </p:nvSpPr>
        <p:spPr>
          <a:xfrm>
            <a:off x="4084781" y="2197317"/>
            <a:ext cx="914400" cy="369332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338E83D-BCE6-215B-D2B8-FC024D450848}"/>
              </a:ext>
            </a:extLst>
          </p:cNvPr>
          <p:cNvSpPr/>
          <p:nvPr/>
        </p:nvSpPr>
        <p:spPr>
          <a:xfrm>
            <a:off x="5252433" y="2588557"/>
            <a:ext cx="288000" cy="288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935AEF2-FE85-54EF-07DD-23D09335AD3F}"/>
              </a:ext>
            </a:extLst>
          </p:cNvPr>
          <p:cNvCxnSpPr>
            <a:cxnSpLocks/>
            <a:stCxn id="54" idx="0"/>
            <a:endCxn id="29" idx="4"/>
          </p:cNvCxnSpPr>
          <p:nvPr/>
        </p:nvCxnSpPr>
        <p:spPr>
          <a:xfrm flipV="1">
            <a:off x="5396433" y="2876557"/>
            <a:ext cx="0" cy="230782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7163A42-8B21-A120-C8A3-27817CCC7BE6}"/>
              </a:ext>
            </a:extLst>
          </p:cNvPr>
          <p:cNvSpPr txBox="1"/>
          <p:nvPr/>
        </p:nvSpPr>
        <p:spPr>
          <a:xfrm>
            <a:off x="5129629" y="3107339"/>
            <a:ext cx="533608" cy="289285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AE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C4FA85B-89CE-D518-BDFB-A09D17EB3E46}"/>
              </a:ext>
            </a:extLst>
          </p:cNvPr>
          <p:cNvSpPr txBox="1"/>
          <p:nvPr/>
        </p:nvSpPr>
        <p:spPr>
          <a:xfrm>
            <a:off x="4275177" y="2899077"/>
            <a:ext cx="533608" cy="289285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AE" dirty="0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B4FB181-B4FB-49FD-98EC-D3B2F45DFF33}"/>
              </a:ext>
            </a:extLst>
          </p:cNvPr>
          <p:cNvCxnSpPr>
            <a:stCxn id="63" idx="0"/>
            <a:endCxn id="39" idx="4"/>
          </p:cNvCxnSpPr>
          <p:nvPr/>
        </p:nvCxnSpPr>
        <p:spPr>
          <a:xfrm flipV="1">
            <a:off x="4541981" y="2566649"/>
            <a:ext cx="0" cy="332428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4FD22EC-EF31-826D-841B-0A90C6FDEA1E}"/>
              </a:ext>
            </a:extLst>
          </p:cNvPr>
          <p:cNvCxnSpPr>
            <a:stCxn id="39" idx="0"/>
            <a:endCxn id="28" idx="4"/>
          </p:cNvCxnSpPr>
          <p:nvPr/>
        </p:nvCxnSpPr>
        <p:spPr>
          <a:xfrm flipH="1" flipV="1">
            <a:off x="4538281" y="2005226"/>
            <a:ext cx="3700" cy="192091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5670AF43-5782-DBC3-D55C-8B181112E8A3}"/>
              </a:ext>
            </a:extLst>
          </p:cNvPr>
          <p:cNvCxnSpPr>
            <a:stCxn id="28" idx="6"/>
            <a:endCxn id="27" idx="2"/>
          </p:cNvCxnSpPr>
          <p:nvPr/>
        </p:nvCxnSpPr>
        <p:spPr>
          <a:xfrm>
            <a:off x="4682281" y="1861226"/>
            <a:ext cx="570152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0E2EAF1B-10FB-0069-A98C-49638D141AC2}"/>
              </a:ext>
            </a:extLst>
          </p:cNvPr>
          <p:cNvCxnSpPr>
            <a:cxnSpLocks/>
            <a:stCxn id="120" idx="6"/>
            <a:endCxn id="28" idx="2"/>
          </p:cNvCxnSpPr>
          <p:nvPr/>
        </p:nvCxnSpPr>
        <p:spPr>
          <a:xfrm>
            <a:off x="2139143" y="1861226"/>
            <a:ext cx="2255138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82B86ACC-4DAD-FC6B-9492-49B492FE8043}"/>
              </a:ext>
            </a:extLst>
          </p:cNvPr>
          <p:cNvCxnSpPr>
            <a:cxnSpLocks/>
            <a:stCxn id="7" idx="6"/>
            <a:endCxn id="54" idx="2"/>
          </p:cNvCxnSpPr>
          <p:nvPr/>
        </p:nvCxnSpPr>
        <p:spPr>
          <a:xfrm flipV="1">
            <a:off x="3266712" y="3396624"/>
            <a:ext cx="2129721" cy="257246"/>
          </a:xfrm>
          <a:prstGeom prst="bentConnector2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Oval 112">
            <a:extLst>
              <a:ext uri="{FF2B5EF4-FFF2-40B4-BE49-F238E27FC236}">
                <a16:creationId xmlns:a16="http://schemas.microsoft.com/office/drawing/2014/main" id="{CA303F55-FAEC-0A9A-E00F-61DDDD3F48B6}"/>
              </a:ext>
            </a:extLst>
          </p:cNvPr>
          <p:cNvSpPr/>
          <p:nvPr/>
        </p:nvSpPr>
        <p:spPr>
          <a:xfrm>
            <a:off x="2614605" y="4037647"/>
            <a:ext cx="45719" cy="4571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B40644B9-7B4B-6253-D281-54CAE6D5A4B2}"/>
              </a:ext>
            </a:extLst>
          </p:cNvPr>
          <p:cNvCxnSpPr>
            <a:stCxn id="63" idx="0"/>
            <a:endCxn id="29" idx="2"/>
          </p:cNvCxnSpPr>
          <p:nvPr/>
        </p:nvCxnSpPr>
        <p:spPr>
          <a:xfrm rot="5400000" flipH="1" flipV="1">
            <a:off x="4813947" y="2460591"/>
            <a:ext cx="166520" cy="710452"/>
          </a:xfrm>
          <a:prstGeom prst="bentConnector2">
            <a:avLst/>
          </a:prstGeom>
          <a:ln w="19050">
            <a:tailEnd type="stealt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7" name="Oval 116">
            <a:extLst>
              <a:ext uri="{FF2B5EF4-FFF2-40B4-BE49-F238E27FC236}">
                <a16:creationId xmlns:a16="http://schemas.microsoft.com/office/drawing/2014/main" id="{C6FA38F1-DBC0-13CD-D7D9-E75E5F5BB27D}"/>
              </a:ext>
            </a:extLst>
          </p:cNvPr>
          <p:cNvSpPr/>
          <p:nvPr/>
        </p:nvSpPr>
        <p:spPr>
          <a:xfrm>
            <a:off x="2978712" y="2229313"/>
            <a:ext cx="288000" cy="288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49C7529A-A711-0A55-3ED8-0BB736759F98}"/>
              </a:ext>
            </a:extLst>
          </p:cNvPr>
          <p:cNvSpPr/>
          <p:nvPr/>
        </p:nvSpPr>
        <p:spPr>
          <a:xfrm>
            <a:off x="2093424" y="1838366"/>
            <a:ext cx="45719" cy="4571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AA48429-B129-64C8-93CC-D38F714E9809}"/>
              </a:ext>
            </a:extLst>
          </p:cNvPr>
          <p:cNvSpPr txBox="1"/>
          <p:nvPr/>
        </p:nvSpPr>
        <p:spPr>
          <a:xfrm>
            <a:off x="3394918" y="2672826"/>
            <a:ext cx="533608" cy="289285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AE" dirty="0"/>
          </a:p>
        </p:txBody>
      </p:sp>
      <p:cxnSp>
        <p:nvCxnSpPr>
          <p:cNvPr id="131" name="Connector: Elbow 130">
            <a:extLst>
              <a:ext uri="{FF2B5EF4-FFF2-40B4-BE49-F238E27FC236}">
                <a16:creationId xmlns:a16="http://schemas.microsoft.com/office/drawing/2014/main" id="{73E2F670-3D5D-45A2-EF1C-BC5BE20CB282}"/>
              </a:ext>
            </a:extLst>
          </p:cNvPr>
          <p:cNvCxnSpPr>
            <a:cxnSpLocks/>
            <a:stCxn id="120" idx="6"/>
            <a:endCxn id="117" idx="0"/>
          </p:cNvCxnSpPr>
          <p:nvPr/>
        </p:nvCxnSpPr>
        <p:spPr>
          <a:xfrm>
            <a:off x="2139143" y="1861226"/>
            <a:ext cx="983569" cy="368087"/>
          </a:xfrm>
          <a:prstGeom prst="bentConnector2">
            <a:avLst/>
          </a:prstGeom>
          <a:ln w="19050"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7" name="Connector: Elbow 146">
            <a:extLst>
              <a:ext uri="{FF2B5EF4-FFF2-40B4-BE49-F238E27FC236}">
                <a16:creationId xmlns:a16="http://schemas.microsoft.com/office/drawing/2014/main" id="{C813E9AB-8CB3-0B59-D123-E2B3B72C4754}"/>
              </a:ext>
            </a:extLst>
          </p:cNvPr>
          <p:cNvCxnSpPr>
            <a:cxnSpLocks/>
            <a:stCxn id="15" idx="6"/>
            <a:endCxn id="126" idx="2"/>
          </p:cNvCxnSpPr>
          <p:nvPr/>
        </p:nvCxnSpPr>
        <p:spPr>
          <a:xfrm flipV="1">
            <a:off x="2781464" y="2962111"/>
            <a:ext cx="880258" cy="391756"/>
          </a:xfrm>
          <a:prstGeom prst="bentConnector2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50D6D69C-70C6-A78A-A6C1-145CA4A93E7B}"/>
              </a:ext>
            </a:extLst>
          </p:cNvPr>
          <p:cNvCxnSpPr>
            <a:stCxn id="126" idx="0"/>
            <a:endCxn id="117" idx="6"/>
          </p:cNvCxnSpPr>
          <p:nvPr/>
        </p:nvCxnSpPr>
        <p:spPr>
          <a:xfrm rot="16200000" flipV="1">
            <a:off x="3314461" y="2325565"/>
            <a:ext cx="299513" cy="39501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07F12996-2AD9-EBA6-1B40-A045642690A1}"/>
              </a:ext>
            </a:extLst>
          </p:cNvPr>
          <p:cNvSpPr/>
          <p:nvPr/>
        </p:nvSpPr>
        <p:spPr>
          <a:xfrm>
            <a:off x="2978712" y="3509870"/>
            <a:ext cx="288000" cy="288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2C694D6-ADA6-DE29-A7A8-15384F440FAE}"/>
              </a:ext>
            </a:extLst>
          </p:cNvPr>
          <p:cNvCxnSpPr>
            <a:stCxn id="117" idx="4"/>
            <a:endCxn id="7" idx="0"/>
          </p:cNvCxnSpPr>
          <p:nvPr/>
        </p:nvCxnSpPr>
        <p:spPr>
          <a:xfrm>
            <a:off x="3122712" y="2517313"/>
            <a:ext cx="0" cy="9925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D9378C98-269F-0C2D-6CBB-FAE6AEC541FC}"/>
              </a:ext>
            </a:extLst>
          </p:cNvPr>
          <p:cNvSpPr/>
          <p:nvPr/>
        </p:nvSpPr>
        <p:spPr>
          <a:xfrm>
            <a:off x="2493464" y="3209867"/>
            <a:ext cx="288000" cy="288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5FA67476-E139-3299-01CF-C991DDCB7A68}"/>
              </a:ext>
            </a:extLst>
          </p:cNvPr>
          <p:cNvCxnSpPr>
            <a:stCxn id="120" idx="6"/>
            <a:endCxn id="15" idx="0"/>
          </p:cNvCxnSpPr>
          <p:nvPr/>
        </p:nvCxnSpPr>
        <p:spPr>
          <a:xfrm>
            <a:off x="2139143" y="1861226"/>
            <a:ext cx="498321" cy="134864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5D7780A-A754-EAFB-D8F6-6DAEF685506D}"/>
              </a:ext>
            </a:extLst>
          </p:cNvPr>
          <p:cNvCxnSpPr>
            <a:stCxn id="113" idx="0"/>
            <a:endCxn id="15" idx="4"/>
          </p:cNvCxnSpPr>
          <p:nvPr/>
        </p:nvCxnSpPr>
        <p:spPr>
          <a:xfrm flipH="1" flipV="1">
            <a:off x="2637464" y="3497867"/>
            <a:ext cx="1" cy="53978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1D7E4420-2C60-4FC3-ACDD-BF6731BEF6DB}"/>
              </a:ext>
            </a:extLst>
          </p:cNvPr>
          <p:cNvCxnSpPr>
            <a:stCxn id="15" idx="6"/>
            <a:endCxn id="63" idx="2"/>
          </p:cNvCxnSpPr>
          <p:nvPr/>
        </p:nvCxnSpPr>
        <p:spPr>
          <a:xfrm flipV="1">
            <a:off x="2781464" y="3188362"/>
            <a:ext cx="1760517" cy="16550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4800802B-D479-227C-3311-7D6AA8DAC324}"/>
              </a:ext>
            </a:extLst>
          </p:cNvPr>
          <p:cNvCxnSpPr>
            <a:stCxn id="113" idx="0"/>
            <a:endCxn id="7" idx="2"/>
          </p:cNvCxnSpPr>
          <p:nvPr/>
        </p:nvCxnSpPr>
        <p:spPr>
          <a:xfrm rot="5400000" flipH="1" flipV="1">
            <a:off x="2616200" y="3675136"/>
            <a:ext cx="383777" cy="34124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DDD45794-E9D2-A066-2219-3998127FA710}"/>
              </a:ext>
            </a:extLst>
          </p:cNvPr>
          <p:cNvSpPr/>
          <p:nvPr/>
        </p:nvSpPr>
        <p:spPr>
          <a:xfrm>
            <a:off x="6138469" y="1353541"/>
            <a:ext cx="45719" cy="4571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4C621B94-C472-4942-E542-1E626627884C}"/>
              </a:ext>
            </a:extLst>
          </p:cNvPr>
          <p:cNvCxnSpPr>
            <a:stCxn id="27" idx="6"/>
            <a:endCxn id="9" idx="4"/>
          </p:cNvCxnSpPr>
          <p:nvPr/>
        </p:nvCxnSpPr>
        <p:spPr>
          <a:xfrm flipV="1">
            <a:off x="5540433" y="1399260"/>
            <a:ext cx="620896" cy="46196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421C976-F0C4-127B-A4FE-F44DA232B947}"/>
                  </a:ext>
                </a:extLst>
              </p:cNvPr>
              <p:cNvSpPr txBox="1"/>
              <p:nvPr/>
            </p:nvSpPr>
            <p:spPr>
              <a:xfrm>
                <a:off x="4246374" y="2188302"/>
                <a:ext cx="5838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1−</m:t>
                      </m:r>
                    </m:oMath>
                  </m:oMathPara>
                </a14:m>
                <a:endParaRPr lang="en-AE" sz="2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421C976-F0C4-127B-A4FE-F44DA232B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6374" y="2188302"/>
                <a:ext cx="58381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2748042-1C4B-2E33-1355-A5FAD3E9180B}"/>
                  </a:ext>
                </a:extLst>
              </p:cNvPr>
              <p:cNvSpPr txBox="1"/>
              <p:nvPr/>
            </p:nvSpPr>
            <p:spPr>
              <a:xfrm>
                <a:off x="4305260" y="1617404"/>
                <a:ext cx="46679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E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AE" sz="24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2748042-1C4B-2E33-1355-A5FAD3E91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5260" y="1617404"/>
                <a:ext cx="466794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CED9ECD-2769-81A4-27D9-E5C47DE86537}"/>
                  </a:ext>
                </a:extLst>
              </p:cNvPr>
              <p:cNvSpPr txBox="1"/>
              <p:nvPr/>
            </p:nvSpPr>
            <p:spPr>
              <a:xfrm>
                <a:off x="4937667" y="1835339"/>
                <a:ext cx="5838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1−</m:t>
                      </m:r>
                    </m:oMath>
                  </m:oMathPara>
                </a14:m>
                <a:endParaRPr lang="en-AE" sz="24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CED9ECD-2769-81A4-27D9-E5C47DE86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7667" y="1835339"/>
                <a:ext cx="58381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2922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8066B-8325-0803-14BA-2CF6EC4C2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7318C02-86AE-7B52-8634-BA90DF002D97}"/>
              </a:ext>
            </a:extLst>
          </p:cNvPr>
          <p:cNvSpPr/>
          <p:nvPr/>
        </p:nvSpPr>
        <p:spPr>
          <a:xfrm>
            <a:off x="2634827" y="1571981"/>
            <a:ext cx="3630890" cy="229788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B990C5E-CE7A-4344-86C7-6DD2681DDD1D}"/>
              </a:ext>
            </a:extLst>
          </p:cNvPr>
          <p:cNvCxnSpPr>
            <a:cxnSpLocks/>
          </p:cNvCxnSpPr>
          <p:nvPr/>
        </p:nvCxnSpPr>
        <p:spPr>
          <a:xfrm>
            <a:off x="5540433" y="1861226"/>
            <a:ext cx="924028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D43CDCBD-201C-86EF-39FE-49CC333698D2}"/>
              </a:ext>
            </a:extLst>
          </p:cNvPr>
          <p:cNvSpPr/>
          <p:nvPr/>
        </p:nvSpPr>
        <p:spPr>
          <a:xfrm>
            <a:off x="5731403" y="1717226"/>
            <a:ext cx="288000" cy="288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42B1E6B-C5E4-0028-1039-0328566134F3}"/>
              </a:ext>
            </a:extLst>
          </p:cNvPr>
          <p:cNvSpPr/>
          <p:nvPr/>
        </p:nvSpPr>
        <p:spPr>
          <a:xfrm>
            <a:off x="4394281" y="1717226"/>
            <a:ext cx="288000" cy="288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898C980-FB91-8BAA-7884-C1A7A3F3EADE}"/>
              </a:ext>
            </a:extLst>
          </p:cNvPr>
          <p:cNvCxnSpPr>
            <a:stCxn id="29" idx="0"/>
            <a:endCxn id="27" idx="4"/>
          </p:cNvCxnSpPr>
          <p:nvPr/>
        </p:nvCxnSpPr>
        <p:spPr>
          <a:xfrm flipV="1">
            <a:off x="5875403" y="2005226"/>
            <a:ext cx="0" cy="234989"/>
          </a:xfrm>
          <a:prstGeom prst="straightConnector1">
            <a:avLst/>
          </a:prstGeom>
          <a:ln w="19050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A94F9992-425D-42C9-DEF2-B5A851C668DC}"/>
              </a:ext>
            </a:extLst>
          </p:cNvPr>
          <p:cNvSpPr/>
          <p:nvPr/>
        </p:nvSpPr>
        <p:spPr>
          <a:xfrm>
            <a:off x="4708228" y="2197317"/>
            <a:ext cx="860069" cy="369332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F37A20F-74A1-49E4-87DA-A521472A7281}"/>
              </a:ext>
            </a:extLst>
          </p:cNvPr>
          <p:cNvSpPr/>
          <p:nvPr/>
        </p:nvSpPr>
        <p:spPr>
          <a:xfrm>
            <a:off x="5731403" y="2240215"/>
            <a:ext cx="288000" cy="288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096A660-6A41-0272-B8AA-01E146BC71BA}"/>
              </a:ext>
            </a:extLst>
          </p:cNvPr>
          <p:cNvCxnSpPr>
            <a:cxnSpLocks/>
            <a:stCxn id="54" idx="0"/>
            <a:endCxn id="29" idx="4"/>
          </p:cNvCxnSpPr>
          <p:nvPr/>
        </p:nvCxnSpPr>
        <p:spPr>
          <a:xfrm flipV="1">
            <a:off x="5875403" y="2528215"/>
            <a:ext cx="0" cy="399979"/>
          </a:xfrm>
          <a:prstGeom prst="straightConnector1">
            <a:avLst/>
          </a:prstGeom>
          <a:ln w="19050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BB38D958-EEDA-56DF-4B7C-9E85C1D5C166}"/>
              </a:ext>
            </a:extLst>
          </p:cNvPr>
          <p:cNvSpPr txBox="1"/>
          <p:nvPr/>
        </p:nvSpPr>
        <p:spPr>
          <a:xfrm>
            <a:off x="5608599" y="2928194"/>
            <a:ext cx="533608" cy="369332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AE" dirty="0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6E71748-B3B6-25C5-4AC5-C17CEDB9F189}"/>
              </a:ext>
            </a:extLst>
          </p:cNvPr>
          <p:cNvCxnSpPr>
            <a:cxnSpLocks/>
            <a:stCxn id="63" idx="0"/>
            <a:endCxn id="28" idx="4"/>
          </p:cNvCxnSpPr>
          <p:nvPr/>
        </p:nvCxnSpPr>
        <p:spPr>
          <a:xfrm flipH="1" flipV="1">
            <a:off x="4538281" y="2005226"/>
            <a:ext cx="6266" cy="694067"/>
          </a:xfrm>
          <a:prstGeom prst="straightConnector1">
            <a:avLst/>
          </a:prstGeom>
          <a:ln w="19050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9B597EB8-5C58-E778-3FDE-5F6598DBA270}"/>
              </a:ext>
            </a:extLst>
          </p:cNvPr>
          <p:cNvCxnSpPr>
            <a:stCxn id="28" idx="6"/>
            <a:endCxn id="27" idx="2"/>
          </p:cNvCxnSpPr>
          <p:nvPr/>
        </p:nvCxnSpPr>
        <p:spPr>
          <a:xfrm>
            <a:off x="4682281" y="1861226"/>
            <a:ext cx="1049122" cy="0"/>
          </a:xfrm>
          <a:prstGeom prst="straightConnector1">
            <a:avLst/>
          </a:prstGeom>
          <a:ln w="19050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9BA73A5F-2CDF-0A15-7E4E-EAC380BBDF17}"/>
              </a:ext>
            </a:extLst>
          </p:cNvPr>
          <p:cNvCxnSpPr>
            <a:cxnSpLocks/>
            <a:stCxn id="120" idx="6"/>
            <a:endCxn id="28" idx="2"/>
          </p:cNvCxnSpPr>
          <p:nvPr/>
        </p:nvCxnSpPr>
        <p:spPr>
          <a:xfrm>
            <a:off x="2406179" y="1861226"/>
            <a:ext cx="1988102" cy="0"/>
          </a:xfrm>
          <a:prstGeom prst="straightConnector1">
            <a:avLst/>
          </a:prstGeom>
          <a:ln w="19050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68DBC864-6BD3-FDA0-390A-E032C8A8C849}"/>
              </a:ext>
            </a:extLst>
          </p:cNvPr>
          <p:cNvCxnSpPr>
            <a:cxnSpLocks/>
            <a:stCxn id="7" idx="6"/>
            <a:endCxn id="54" idx="2"/>
          </p:cNvCxnSpPr>
          <p:nvPr/>
        </p:nvCxnSpPr>
        <p:spPr>
          <a:xfrm flipV="1">
            <a:off x="3500501" y="3297526"/>
            <a:ext cx="2374902" cy="356344"/>
          </a:xfrm>
          <a:prstGeom prst="bentConnector2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Oval 112">
            <a:extLst>
              <a:ext uri="{FF2B5EF4-FFF2-40B4-BE49-F238E27FC236}">
                <a16:creationId xmlns:a16="http://schemas.microsoft.com/office/drawing/2014/main" id="{2E3BEA1A-21E1-5107-6AFD-52BE7A909044}"/>
              </a:ext>
            </a:extLst>
          </p:cNvPr>
          <p:cNvSpPr/>
          <p:nvPr/>
        </p:nvSpPr>
        <p:spPr>
          <a:xfrm>
            <a:off x="2848394" y="4037647"/>
            <a:ext cx="45719" cy="4571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9674886D-BEE1-CCCB-9298-817D4D5B007A}"/>
              </a:ext>
            </a:extLst>
          </p:cNvPr>
          <p:cNvSpPr/>
          <p:nvPr/>
        </p:nvSpPr>
        <p:spPr>
          <a:xfrm>
            <a:off x="3212501" y="2229313"/>
            <a:ext cx="288000" cy="288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DA6CD1A1-7EDE-DB1E-512C-DFBB7746157F}"/>
              </a:ext>
            </a:extLst>
          </p:cNvPr>
          <p:cNvSpPr/>
          <p:nvPr/>
        </p:nvSpPr>
        <p:spPr>
          <a:xfrm>
            <a:off x="2360460" y="1838366"/>
            <a:ext cx="45719" cy="4571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610E94DA-AB07-5A12-FAC3-DA71C2855FB1}"/>
              </a:ext>
            </a:extLst>
          </p:cNvPr>
          <p:cNvSpPr txBox="1"/>
          <p:nvPr/>
        </p:nvSpPr>
        <p:spPr>
          <a:xfrm>
            <a:off x="3708799" y="2672826"/>
            <a:ext cx="371445" cy="369332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AE" dirty="0"/>
          </a:p>
        </p:txBody>
      </p:sp>
      <p:cxnSp>
        <p:nvCxnSpPr>
          <p:cNvPr id="131" name="Connector: Elbow 130">
            <a:extLst>
              <a:ext uri="{FF2B5EF4-FFF2-40B4-BE49-F238E27FC236}">
                <a16:creationId xmlns:a16="http://schemas.microsoft.com/office/drawing/2014/main" id="{35910CDE-91C0-0FFF-BFFB-7F78F4082CAB}"/>
              </a:ext>
            </a:extLst>
          </p:cNvPr>
          <p:cNvCxnSpPr>
            <a:cxnSpLocks/>
            <a:stCxn id="120" idx="6"/>
            <a:endCxn id="117" idx="0"/>
          </p:cNvCxnSpPr>
          <p:nvPr/>
        </p:nvCxnSpPr>
        <p:spPr>
          <a:xfrm>
            <a:off x="2406179" y="1861226"/>
            <a:ext cx="950322" cy="368087"/>
          </a:xfrm>
          <a:prstGeom prst="bentConnector2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7" name="Connector: Elbow 146">
            <a:extLst>
              <a:ext uri="{FF2B5EF4-FFF2-40B4-BE49-F238E27FC236}">
                <a16:creationId xmlns:a16="http://schemas.microsoft.com/office/drawing/2014/main" id="{F874AD81-AC8E-56B2-061B-F405C9CCD180}"/>
              </a:ext>
            </a:extLst>
          </p:cNvPr>
          <p:cNvCxnSpPr>
            <a:cxnSpLocks/>
            <a:stCxn id="15" idx="6"/>
            <a:endCxn id="126" idx="2"/>
          </p:cNvCxnSpPr>
          <p:nvPr/>
        </p:nvCxnSpPr>
        <p:spPr>
          <a:xfrm flipV="1">
            <a:off x="3015253" y="3042158"/>
            <a:ext cx="879269" cy="311709"/>
          </a:xfrm>
          <a:prstGeom prst="bentConnector2">
            <a:avLst/>
          </a:prstGeom>
          <a:ln w="19050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49E9C70B-8BE0-D48A-0A83-1AB6974CF766}"/>
              </a:ext>
            </a:extLst>
          </p:cNvPr>
          <p:cNvCxnSpPr>
            <a:cxnSpLocks/>
            <a:stCxn id="126" idx="0"/>
            <a:endCxn id="117" idx="6"/>
          </p:cNvCxnSpPr>
          <p:nvPr/>
        </p:nvCxnSpPr>
        <p:spPr>
          <a:xfrm rot="16200000" flipV="1">
            <a:off x="3547756" y="2326059"/>
            <a:ext cx="299513" cy="394021"/>
          </a:xfrm>
          <a:prstGeom prst="bentConnector2">
            <a:avLst/>
          </a:prstGeom>
          <a:ln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7AD96B28-6EC8-6800-F6DF-9A79869FC816}"/>
              </a:ext>
            </a:extLst>
          </p:cNvPr>
          <p:cNvSpPr/>
          <p:nvPr/>
        </p:nvSpPr>
        <p:spPr>
          <a:xfrm>
            <a:off x="3212501" y="3509870"/>
            <a:ext cx="288000" cy="288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09F93B0-B6C6-4787-27C0-CC1C958EBBD4}"/>
              </a:ext>
            </a:extLst>
          </p:cNvPr>
          <p:cNvCxnSpPr>
            <a:cxnSpLocks/>
            <a:stCxn id="117" idx="4"/>
            <a:endCxn id="7" idx="0"/>
          </p:cNvCxnSpPr>
          <p:nvPr/>
        </p:nvCxnSpPr>
        <p:spPr>
          <a:xfrm>
            <a:off x="3356501" y="2517313"/>
            <a:ext cx="0" cy="992557"/>
          </a:xfrm>
          <a:prstGeom prst="straightConnector1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C938EC2F-B414-A503-4498-343F0275222E}"/>
              </a:ext>
            </a:extLst>
          </p:cNvPr>
          <p:cNvSpPr/>
          <p:nvPr/>
        </p:nvSpPr>
        <p:spPr>
          <a:xfrm>
            <a:off x="2727253" y="3209867"/>
            <a:ext cx="288000" cy="288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DF5FC0A6-C188-1E0A-00ED-7AEB41D774B5}"/>
              </a:ext>
            </a:extLst>
          </p:cNvPr>
          <p:cNvCxnSpPr>
            <a:cxnSpLocks/>
            <a:stCxn id="120" idx="6"/>
            <a:endCxn id="15" idx="0"/>
          </p:cNvCxnSpPr>
          <p:nvPr/>
        </p:nvCxnSpPr>
        <p:spPr>
          <a:xfrm>
            <a:off x="2406179" y="1861226"/>
            <a:ext cx="465074" cy="1348641"/>
          </a:xfrm>
          <a:prstGeom prst="bentConnector2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50B1A4C-555F-C037-59B2-28C7F0ADF9B8}"/>
              </a:ext>
            </a:extLst>
          </p:cNvPr>
          <p:cNvCxnSpPr>
            <a:stCxn id="113" idx="0"/>
            <a:endCxn id="15" idx="4"/>
          </p:cNvCxnSpPr>
          <p:nvPr/>
        </p:nvCxnSpPr>
        <p:spPr>
          <a:xfrm flipH="1" flipV="1">
            <a:off x="2871253" y="3497867"/>
            <a:ext cx="1" cy="539780"/>
          </a:xfrm>
          <a:prstGeom prst="straightConnector1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ED04D837-4EBC-1831-32B2-C6E89F558C8D}"/>
              </a:ext>
            </a:extLst>
          </p:cNvPr>
          <p:cNvCxnSpPr>
            <a:cxnSpLocks/>
            <a:stCxn id="15" idx="6"/>
            <a:endCxn id="63" idx="2"/>
          </p:cNvCxnSpPr>
          <p:nvPr/>
        </p:nvCxnSpPr>
        <p:spPr>
          <a:xfrm flipV="1">
            <a:off x="3015253" y="3068625"/>
            <a:ext cx="1529294" cy="285242"/>
          </a:xfrm>
          <a:prstGeom prst="bentConnector2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84DF8B80-EAD6-8B6A-6D2D-46636A5917FF}"/>
              </a:ext>
            </a:extLst>
          </p:cNvPr>
          <p:cNvCxnSpPr>
            <a:cxnSpLocks/>
            <a:stCxn id="113" idx="0"/>
            <a:endCxn id="7" idx="2"/>
          </p:cNvCxnSpPr>
          <p:nvPr/>
        </p:nvCxnSpPr>
        <p:spPr>
          <a:xfrm rot="5400000" flipH="1" flipV="1">
            <a:off x="2849989" y="3675136"/>
            <a:ext cx="383777" cy="341247"/>
          </a:xfrm>
          <a:prstGeom prst="bentConnector2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845CBDB-2689-DCBA-03B5-A149CC5CCB16}"/>
                  </a:ext>
                </a:extLst>
              </p:cNvPr>
              <p:cNvSpPr txBox="1"/>
              <p:nvPr/>
            </p:nvSpPr>
            <p:spPr>
              <a:xfrm>
                <a:off x="4690892" y="2189255"/>
                <a:ext cx="8853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845CBDB-2689-DCBA-03B5-A149CC5CC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892" y="2189255"/>
                <a:ext cx="885371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5A9784B-79F1-53EE-330E-416E64EA6BF8}"/>
                  </a:ext>
                </a:extLst>
              </p:cNvPr>
              <p:cNvSpPr txBox="1"/>
              <p:nvPr/>
            </p:nvSpPr>
            <p:spPr>
              <a:xfrm>
                <a:off x="5671145" y="1673303"/>
                <a:ext cx="4042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5A9784B-79F1-53EE-330E-416E64EA6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145" y="1673303"/>
                <a:ext cx="40427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017546-788B-CAE3-284A-73182E33A250}"/>
                  </a:ext>
                </a:extLst>
              </p:cNvPr>
              <p:cNvSpPr txBox="1"/>
              <p:nvPr/>
            </p:nvSpPr>
            <p:spPr>
              <a:xfrm>
                <a:off x="5659639" y="2193076"/>
                <a:ext cx="4315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⨀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017546-788B-CAE3-284A-73182E33A2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9639" y="2193076"/>
                <a:ext cx="431528" cy="369332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4C81BE5-D928-FDDF-8E3D-1A792740E787}"/>
                  </a:ext>
                </a:extLst>
              </p:cNvPr>
              <p:cNvSpPr txBox="1"/>
              <p:nvPr/>
            </p:nvSpPr>
            <p:spPr>
              <a:xfrm>
                <a:off x="5542569" y="2920702"/>
                <a:ext cx="6767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tanh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4C81BE5-D928-FDDF-8E3D-1A792740E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2569" y="2920702"/>
                <a:ext cx="67678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D1B83BD-AD5A-B8B7-BA63-FFCC0CD59D9C}"/>
                  </a:ext>
                </a:extLst>
              </p:cNvPr>
              <p:cNvSpPr txBox="1"/>
              <p:nvPr/>
            </p:nvSpPr>
            <p:spPr>
              <a:xfrm>
                <a:off x="3705774" y="2667475"/>
                <a:ext cx="3714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D1B83BD-AD5A-B8B7-BA63-FFCC0CD59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5774" y="2667475"/>
                <a:ext cx="37144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5D61D8C-1D8F-F89D-D794-7D58123DD894}"/>
                  </a:ext>
                </a:extLst>
              </p:cNvPr>
              <p:cNvSpPr txBox="1"/>
              <p:nvPr/>
            </p:nvSpPr>
            <p:spPr>
              <a:xfrm>
                <a:off x="6439258" y="1664314"/>
                <a:ext cx="4764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AE" i="1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5D61D8C-1D8F-F89D-D794-7D58123DD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9258" y="1664314"/>
                <a:ext cx="47647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AC60A31-33A7-9D94-70D7-382F28B149D0}"/>
                  </a:ext>
                </a:extLst>
              </p:cNvPr>
              <p:cNvSpPr txBox="1"/>
              <p:nvPr/>
            </p:nvSpPr>
            <p:spPr>
              <a:xfrm>
                <a:off x="1712461" y="1668262"/>
                <a:ext cx="6960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AE" i="1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AC60A31-33A7-9D94-70D7-382F28B14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2461" y="1668262"/>
                <a:ext cx="69608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4FA5F1C-2DBF-FE20-9D6A-2389B5824F44}"/>
                  </a:ext>
                </a:extLst>
              </p:cNvPr>
              <p:cNvSpPr txBox="1"/>
              <p:nvPr/>
            </p:nvSpPr>
            <p:spPr>
              <a:xfrm>
                <a:off x="2634827" y="4000931"/>
                <a:ext cx="4499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AE" i="1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4FA5F1C-2DBF-FE20-9D6A-2389B5824F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4827" y="4000931"/>
                <a:ext cx="44999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93CF5E1-752E-EEA1-69F3-E2BB185739AB}"/>
                  </a:ext>
                </a:extLst>
              </p:cNvPr>
              <p:cNvSpPr txBox="1"/>
              <p:nvPr/>
            </p:nvSpPr>
            <p:spPr>
              <a:xfrm>
                <a:off x="3560986" y="2300435"/>
                <a:ext cx="3338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AE" i="1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93CF5E1-752E-EEA1-69F3-E2BB18573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0986" y="2300435"/>
                <a:ext cx="333817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483A4DD-0038-A86D-B2CD-D3E1D8FDCF44}"/>
                  </a:ext>
                </a:extLst>
              </p:cNvPr>
              <p:cNvSpPr txBox="1"/>
              <p:nvPr/>
            </p:nvSpPr>
            <p:spPr>
              <a:xfrm>
                <a:off x="4130408" y="2326991"/>
                <a:ext cx="4814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AE" i="1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483A4DD-0038-A86D-B2CD-D3E1D8FDCF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408" y="2326991"/>
                <a:ext cx="481414" cy="369332"/>
              </a:xfrm>
              <a:prstGeom prst="rect">
                <a:avLst/>
              </a:prstGeom>
              <a:blipFill>
                <a:blip r:embed="rId1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7D5D759-A36B-D933-6B87-9BB3261F1E04}"/>
                  </a:ext>
                </a:extLst>
              </p:cNvPr>
              <p:cNvSpPr txBox="1"/>
              <p:nvPr/>
            </p:nvSpPr>
            <p:spPr>
              <a:xfrm>
                <a:off x="5475579" y="2554043"/>
                <a:ext cx="316948" cy="381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7D5D759-A36B-D933-6B87-9BB3261F1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5579" y="2554043"/>
                <a:ext cx="316948" cy="381643"/>
              </a:xfrm>
              <a:prstGeom prst="rect">
                <a:avLst/>
              </a:prstGeom>
              <a:blipFill>
                <a:blip r:embed="rId13"/>
                <a:stretch>
                  <a:fillRect t="-4762" r="-19231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BF02F0E-0B15-BA63-844E-75C1E6B7FEDD}"/>
              </a:ext>
            </a:extLst>
          </p:cNvPr>
          <p:cNvCxnSpPr>
            <a:cxnSpLocks/>
            <a:stCxn id="39" idx="6"/>
            <a:endCxn id="29" idx="2"/>
          </p:cNvCxnSpPr>
          <p:nvPr/>
        </p:nvCxnSpPr>
        <p:spPr>
          <a:xfrm>
            <a:off x="5568297" y="2381983"/>
            <a:ext cx="163106" cy="2232"/>
          </a:xfrm>
          <a:prstGeom prst="straightConnector1">
            <a:avLst/>
          </a:prstGeom>
          <a:ln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90FEF60-DC23-5AD9-4FD6-BB9D1A54AEFA}"/>
                  </a:ext>
                </a:extLst>
              </p:cNvPr>
              <p:cNvSpPr txBox="1"/>
              <p:nvPr/>
            </p:nvSpPr>
            <p:spPr>
              <a:xfrm>
                <a:off x="4323201" y="1667534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⨀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90FEF60-DC23-5AD9-4FD6-BB9D1A54A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3201" y="1667534"/>
                <a:ext cx="431528" cy="369332"/>
              </a:xfrm>
              <a:prstGeom prst="rect">
                <a:avLst/>
              </a:prstGeom>
              <a:blipFill>
                <a:blip r:embed="rId1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4BC1B2C-9421-BDFF-367E-4C67721EADD4}"/>
                  </a:ext>
                </a:extLst>
              </p:cNvPr>
              <p:cNvSpPr txBox="1"/>
              <p:nvPr/>
            </p:nvSpPr>
            <p:spPr>
              <a:xfrm>
                <a:off x="3137357" y="3459872"/>
                <a:ext cx="4315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4BC1B2C-9421-BDFF-367E-4C67721EA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7357" y="3459872"/>
                <a:ext cx="43152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D2E213C-9688-F385-6CFF-44579333200A}"/>
                  </a:ext>
                </a:extLst>
              </p:cNvPr>
              <p:cNvSpPr txBox="1"/>
              <p:nvPr/>
            </p:nvSpPr>
            <p:spPr>
              <a:xfrm>
                <a:off x="2658169" y="3164083"/>
                <a:ext cx="4042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D2E213C-9688-F385-6CFF-445793332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8169" y="3164083"/>
                <a:ext cx="404277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71F76608-9345-86C1-B367-5623C3B24AF5}"/>
              </a:ext>
            </a:extLst>
          </p:cNvPr>
          <p:cNvCxnSpPr>
            <a:cxnSpLocks/>
            <a:stCxn id="63" idx="0"/>
            <a:endCxn id="39" idx="2"/>
          </p:cNvCxnSpPr>
          <p:nvPr/>
        </p:nvCxnSpPr>
        <p:spPr>
          <a:xfrm rot="5400000" flipH="1" flipV="1">
            <a:off x="4467732" y="2458798"/>
            <a:ext cx="317310" cy="163681"/>
          </a:xfrm>
          <a:prstGeom prst="bentConnector2">
            <a:avLst/>
          </a:prstGeom>
          <a:ln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F054F5E-DB41-8083-44F1-87953D3D52E4}"/>
              </a:ext>
            </a:extLst>
          </p:cNvPr>
          <p:cNvSpPr txBox="1"/>
          <p:nvPr/>
        </p:nvSpPr>
        <p:spPr>
          <a:xfrm>
            <a:off x="4358824" y="2699293"/>
            <a:ext cx="371446" cy="369332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A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C58738C-0A7C-74EE-806D-B50AE06C8B71}"/>
                  </a:ext>
                </a:extLst>
              </p:cNvPr>
              <p:cNvSpPr txBox="1"/>
              <p:nvPr/>
            </p:nvSpPr>
            <p:spPr>
              <a:xfrm>
                <a:off x="4359902" y="2686732"/>
                <a:ext cx="3714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C58738C-0A7C-74EE-806D-B50AE06C8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9902" y="2686732"/>
                <a:ext cx="371447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Oval 56">
            <a:extLst>
              <a:ext uri="{FF2B5EF4-FFF2-40B4-BE49-F238E27FC236}">
                <a16:creationId xmlns:a16="http://schemas.microsoft.com/office/drawing/2014/main" id="{7D5CE7CA-03B2-C6A5-A8D4-4980CB8E763D}"/>
              </a:ext>
            </a:extLst>
          </p:cNvPr>
          <p:cNvSpPr/>
          <p:nvPr/>
        </p:nvSpPr>
        <p:spPr>
          <a:xfrm>
            <a:off x="3873721" y="3322092"/>
            <a:ext cx="45719" cy="4571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57C38296-F877-C46E-C6FF-9F34B0B3A22E}"/>
              </a:ext>
            </a:extLst>
          </p:cNvPr>
          <p:cNvSpPr/>
          <p:nvPr/>
        </p:nvSpPr>
        <p:spPr>
          <a:xfrm>
            <a:off x="4522515" y="2361359"/>
            <a:ext cx="45719" cy="4571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E5EF3CD-856A-D300-8C7E-F3B36A00D8AB}"/>
                  </a:ext>
                </a:extLst>
              </p:cNvPr>
              <p:cNvSpPr txBox="1"/>
              <p:nvPr/>
            </p:nvSpPr>
            <p:spPr>
              <a:xfrm>
                <a:off x="3144599" y="2176880"/>
                <a:ext cx="4315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⨀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E5EF3CD-856A-D300-8C7E-F3B36A00D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4599" y="2176880"/>
                <a:ext cx="431528" cy="369332"/>
              </a:xfrm>
              <a:prstGeom prst="rect">
                <a:avLst/>
              </a:prstGeom>
              <a:blipFill>
                <a:blip r:embed="rId1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3947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96A1B-4674-49BA-D0A0-56F4B1C7E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9EF9DB2-C803-8D45-F759-B048315B1318}"/>
              </a:ext>
            </a:extLst>
          </p:cNvPr>
          <p:cNvSpPr/>
          <p:nvPr/>
        </p:nvSpPr>
        <p:spPr>
          <a:xfrm>
            <a:off x="2634827" y="1571981"/>
            <a:ext cx="3630890" cy="229788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94222A9-AC63-1425-39E0-47DA1EA21EAF}"/>
              </a:ext>
            </a:extLst>
          </p:cNvPr>
          <p:cNvSpPr/>
          <p:nvPr/>
        </p:nvSpPr>
        <p:spPr>
          <a:xfrm>
            <a:off x="5731403" y="1717226"/>
            <a:ext cx="288000" cy="288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0D8FDCE-1F7F-1010-0848-79E521BF467B}"/>
              </a:ext>
            </a:extLst>
          </p:cNvPr>
          <p:cNvSpPr/>
          <p:nvPr/>
        </p:nvSpPr>
        <p:spPr>
          <a:xfrm>
            <a:off x="4394281" y="1717226"/>
            <a:ext cx="288000" cy="288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0C9159F-CB5D-9D68-55DB-5E62AEF46CC9}"/>
              </a:ext>
            </a:extLst>
          </p:cNvPr>
          <p:cNvCxnSpPr>
            <a:stCxn id="29" idx="0"/>
            <a:endCxn id="27" idx="4"/>
          </p:cNvCxnSpPr>
          <p:nvPr/>
        </p:nvCxnSpPr>
        <p:spPr>
          <a:xfrm flipV="1">
            <a:off x="5875403" y="2005226"/>
            <a:ext cx="0" cy="234989"/>
          </a:xfrm>
          <a:prstGeom prst="straightConnector1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1F516CD2-FA44-9E01-273A-3135A28FB771}"/>
              </a:ext>
            </a:extLst>
          </p:cNvPr>
          <p:cNvSpPr/>
          <p:nvPr/>
        </p:nvSpPr>
        <p:spPr>
          <a:xfrm>
            <a:off x="4708228" y="2197317"/>
            <a:ext cx="860069" cy="36933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84FE755-FECA-E325-F836-400541D10D8A}"/>
              </a:ext>
            </a:extLst>
          </p:cNvPr>
          <p:cNvSpPr/>
          <p:nvPr/>
        </p:nvSpPr>
        <p:spPr>
          <a:xfrm>
            <a:off x="5731403" y="2240215"/>
            <a:ext cx="288000" cy="288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31BB913-72A2-08A6-5348-55B93AC1C1DB}"/>
              </a:ext>
            </a:extLst>
          </p:cNvPr>
          <p:cNvCxnSpPr>
            <a:cxnSpLocks/>
            <a:stCxn id="54" idx="0"/>
            <a:endCxn id="29" idx="4"/>
          </p:cNvCxnSpPr>
          <p:nvPr/>
        </p:nvCxnSpPr>
        <p:spPr>
          <a:xfrm flipV="1">
            <a:off x="5875403" y="2528215"/>
            <a:ext cx="0" cy="399979"/>
          </a:xfrm>
          <a:prstGeom prst="straightConnector1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8E1A141-6F67-1FF9-FDDD-03320DA7A41E}"/>
              </a:ext>
            </a:extLst>
          </p:cNvPr>
          <p:cNvSpPr txBox="1"/>
          <p:nvPr/>
        </p:nvSpPr>
        <p:spPr>
          <a:xfrm>
            <a:off x="5608599" y="2928194"/>
            <a:ext cx="53360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AE" dirty="0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ADF49F6-8794-0B62-9822-B9C9B972693B}"/>
              </a:ext>
            </a:extLst>
          </p:cNvPr>
          <p:cNvCxnSpPr>
            <a:cxnSpLocks/>
            <a:stCxn id="63" idx="0"/>
            <a:endCxn id="28" idx="4"/>
          </p:cNvCxnSpPr>
          <p:nvPr/>
        </p:nvCxnSpPr>
        <p:spPr>
          <a:xfrm flipH="1" flipV="1">
            <a:off x="4538281" y="2005226"/>
            <a:ext cx="6266" cy="694067"/>
          </a:xfrm>
          <a:prstGeom prst="straightConnector1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ECF72396-D04C-8D5E-9706-C1ED46BB030F}"/>
              </a:ext>
            </a:extLst>
          </p:cNvPr>
          <p:cNvCxnSpPr>
            <a:cxnSpLocks/>
            <a:stCxn id="28" idx="6"/>
            <a:endCxn id="27" idx="2"/>
          </p:cNvCxnSpPr>
          <p:nvPr/>
        </p:nvCxnSpPr>
        <p:spPr>
          <a:xfrm>
            <a:off x="4682281" y="1861226"/>
            <a:ext cx="1049122" cy="0"/>
          </a:xfrm>
          <a:prstGeom prst="straightConnector1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D96846CB-046D-E685-9BD7-F119B41C98B7}"/>
              </a:ext>
            </a:extLst>
          </p:cNvPr>
          <p:cNvCxnSpPr>
            <a:cxnSpLocks/>
            <a:stCxn id="120" idx="6"/>
            <a:endCxn id="28" idx="2"/>
          </p:cNvCxnSpPr>
          <p:nvPr/>
        </p:nvCxnSpPr>
        <p:spPr>
          <a:xfrm>
            <a:off x="2406179" y="1861226"/>
            <a:ext cx="1988102" cy="0"/>
          </a:xfrm>
          <a:prstGeom prst="straightConnector1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8FA8D7E5-7200-5216-2308-8F9AEC3195C5}"/>
              </a:ext>
            </a:extLst>
          </p:cNvPr>
          <p:cNvCxnSpPr>
            <a:cxnSpLocks/>
            <a:stCxn id="7" idx="6"/>
            <a:endCxn id="54" idx="2"/>
          </p:cNvCxnSpPr>
          <p:nvPr/>
        </p:nvCxnSpPr>
        <p:spPr>
          <a:xfrm flipV="1">
            <a:off x="3500501" y="3297526"/>
            <a:ext cx="2374902" cy="356344"/>
          </a:xfrm>
          <a:prstGeom prst="bentConnector2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Oval 112">
            <a:extLst>
              <a:ext uri="{FF2B5EF4-FFF2-40B4-BE49-F238E27FC236}">
                <a16:creationId xmlns:a16="http://schemas.microsoft.com/office/drawing/2014/main" id="{7B4C243B-3833-1E82-BF90-0C0DB4BA597C}"/>
              </a:ext>
            </a:extLst>
          </p:cNvPr>
          <p:cNvSpPr/>
          <p:nvPr/>
        </p:nvSpPr>
        <p:spPr>
          <a:xfrm>
            <a:off x="2848394" y="4037647"/>
            <a:ext cx="45719" cy="4571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640540B3-AC55-12ED-2A00-80513B953F00}"/>
              </a:ext>
            </a:extLst>
          </p:cNvPr>
          <p:cNvSpPr/>
          <p:nvPr/>
        </p:nvSpPr>
        <p:spPr>
          <a:xfrm>
            <a:off x="3212501" y="2229313"/>
            <a:ext cx="288000" cy="288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68467862-D8FA-8267-1403-D6DBCCF18281}"/>
              </a:ext>
            </a:extLst>
          </p:cNvPr>
          <p:cNvSpPr/>
          <p:nvPr/>
        </p:nvSpPr>
        <p:spPr>
          <a:xfrm>
            <a:off x="2360460" y="1838366"/>
            <a:ext cx="45719" cy="4571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CB5A70D1-76B9-125B-8F7D-E4C234CAE68B}"/>
              </a:ext>
            </a:extLst>
          </p:cNvPr>
          <p:cNvSpPr txBox="1"/>
          <p:nvPr/>
        </p:nvSpPr>
        <p:spPr>
          <a:xfrm>
            <a:off x="3712065" y="2700539"/>
            <a:ext cx="371445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AE" dirty="0"/>
          </a:p>
        </p:txBody>
      </p:sp>
      <p:cxnSp>
        <p:nvCxnSpPr>
          <p:cNvPr id="131" name="Connector: Elbow 130">
            <a:extLst>
              <a:ext uri="{FF2B5EF4-FFF2-40B4-BE49-F238E27FC236}">
                <a16:creationId xmlns:a16="http://schemas.microsoft.com/office/drawing/2014/main" id="{A3ABBB20-615E-0B77-77FC-3C09CF320F00}"/>
              </a:ext>
            </a:extLst>
          </p:cNvPr>
          <p:cNvCxnSpPr>
            <a:cxnSpLocks/>
            <a:stCxn id="120" idx="6"/>
            <a:endCxn id="117" idx="0"/>
          </p:cNvCxnSpPr>
          <p:nvPr/>
        </p:nvCxnSpPr>
        <p:spPr>
          <a:xfrm>
            <a:off x="2406179" y="1861226"/>
            <a:ext cx="950322" cy="368087"/>
          </a:xfrm>
          <a:prstGeom prst="bentConnector2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7" name="Connector: Elbow 146">
            <a:extLst>
              <a:ext uri="{FF2B5EF4-FFF2-40B4-BE49-F238E27FC236}">
                <a16:creationId xmlns:a16="http://schemas.microsoft.com/office/drawing/2014/main" id="{F2C60F44-63E1-30C9-F983-F95C84C6E3CA}"/>
              </a:ext>
            </a:extLst>
          </p:cNvPr>
          <p:cNvCxnSpPr>
            <a:cxnSpLocks/>
            <a:stCxn id="15" idx="6"/>
            <a:endCxn id="126" idx="2"/>
          </p:cNvCxnSpPr>
          <p:nvPr/>
        </p:nvCxnSpPr>
        <p:spPr>
          <a:xfrm flipV="1">
            <a:off x="3015253" y="3069871"/>
            <a:ext cx="882535" cy="283996"/>
          </a:xfrm>
          <a:prstGeom prst="bentConnector2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76E1D5C2-147C-B9C9-2255-9DD0A104977E}"/>
              </a:ext>
            </a:extLst>
          </p:cNvPr>
          <p:cNvCxnSpPr>
            <a:cxnSpLocks/>
            <a:stCxn id="126" idx="0"/>
            <a:endCxn id="117" idx="6"/>
          </p:cNvCxnSpPr>
          <p:nvPr/>
        </p:nvCxnSpPr>
        <p:spPr>
          <a:xfrm rot="16200000" flipV="1">
            <a:off x="3535532" y="2338282"/>
            <a:ext cx="327226" cy="397287"/>
          </a:xfrm>
          <a:prstGeom prst="bentConnector2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6E19AB8F-9F5F-E4E6-2660-84313911180E}"/>
              </a:ext>
            </a:extLst>
          </p:cNvPr>
          <p:cNvSpPr/>
          <p:nvPr/>
        </p:nvSpPr>
        <p:spPr>
          <a:xfrm>
            <a:off x="3212501" y="3509870"/>
            <a:ext cx="288000" cy="288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CD69EBC-0342-A8F1-9176-898D7BDAAECE}"/>
              </a:ext>
            </a:extLst>
          </p:cNvPr>
          <p:cNvCxnSpPr>
            <a:cxnSpLocks/>
            <a:stCxn id="117" idx="4"/>
            <a:endCxn id="7" idx="0"/>
          </p:cNvCxnSpPr>
          <p:nvPr/>
        </p:nvCxnSpPr>
        <p:spPr>
          <a:xfrm>
            <a:off x="3356501" y="2517313"/>
            <a:ext cx="0" cy="992557"/>
          </a:xfrm>
          <a:prstGeom prst="straightConnector1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B189C8F9-3F92-6079-2890-46BBA7C05333}"/>
              </a:ext>
            </a:extLst>
          </p:cNvPr>
          <p:cNvSpPr/>
          <p:nvPr/>
        </p:nvSpPr>
        <p:spPr>
          <a:xfrm>
            <a:off x="2727253" y="3209867"/>
            <a:ext cx="288000" cy="288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39878A38-4641-8BE9-D2A8-8CC34906D00A}"/>
              </a:ext>
            </a:extLst>
          </p:cNvPr>
          <p:cNvCxnSpPr>
            <a:cxnSpLocks/>
            <a:stCxn id="120" idx="6"/>
            <a:endCxn id="15" idx="0"/>
          </p:cNvCxnSpPr>
          <p:nvPr/>
        </p:nvCxnSpPr>
        <p:spPr>
          <a:xfrm>
            <a:off x="2406179" y="1861226"/>
            <a:ext cx="465074" cy="1348641"/>
          </a:xfrm>
          <a:prstGeom prst="bentConnector2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C5E09C7-CE9C-40DF-2177-23AB2510B9A8}"/>
              </a:ext>
            </a:extLst>
          </p:cNvPr>
          <p:cNvCxnSpPr>
            <a:stCxn id="113" idx="0"/>
            <a:endCxn id="15" idx="4"/>
          </p:cNvCxnSpPr>
          <p:nvPr/>
        </p:nvCxnSpPr>
        <p:spPr>
          <a:xfrm flipH="1" flipV="1">
            <a:off x="2871253" y="3497867"/>
            <a:ext cx="1" cy="539780"/>
          </a:xfrm>
          <a:prstGeom prst="straightConnector1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A9090487-4337-9B09-55AA-BDAED6AC5797}"/>
              </a:ext>
            </a:extLst>
          </p:cNvPr>
          <p:cNvCxnSpPr>
            <a:cxnSpLocks/>
            <a:stCxn id="15" idx="6"/>
            <a:endCxn id="63" idx="2"/>
          </p:cNvCxnSpPr>
          <p:nvPr/>
        </p:nvCxnSpPr>
        <p:spPr>
          <a:xfrm flipV="1">
            <a:off x="3015253" y="3068625"/>
            <a:ext cx="1529294" cy="285242"/>
          </a:xfrm>
          <a:prstGeom prst="bentConnector2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416B3495-BA32-4BF7-6902-FF384EEF8E45}"/>
              </a:ext>
            </a:extLst>
          </p:cNvPr>
          <p:cNvCxnSpPr>
            <a:cxnSpLocks/>
            <a:stCxn id="113" idx="0"/>
            <a:endCxn id="7" idx="2"/>
          </p:cNvCxnSpPr>
          <p:nvPr/>
        </p:nvCxnSpPr>
        <p:spPr>
          <a:xfrm rot="5400000" flipH="1" flipV="1">
            <a:off x="2849989" y="3675136"/>
            <a:ext cx="383777" cy="341247"/>
          </a:xfrm>
          <a:prstGeom prst="bentConnector2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5EB2DA8-D7A7-6575-6C57-070305A18338}"/>
                  </a:ext>
                </a:extLst>
              </p:cNvPr>
              <p:cNvSpPr txBox="1"/>
              <p:nvPr/>
            </p:nvSpPr>
            <p:spPr>
              <a:xfrm>
                <a:off x="4688847" y="2188457"/>
                <a:ext cx="8853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5EB2DA8-D7A7-6575-6C57-070305A183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847" y="2188457"/>
                <a:ext cx="885371" cy="369332"/>
              </a:xfrm>
              <a:prstGeom prst="rect">
                <a:avLst/>
              </a:prstGeom>
              <a:blipFill>
                <a:blip r:embed="rId3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979823C-FFBF-3ACE-617F-9B841D9C4B78}"/>
                  </a:ext>
                </a:extLst>
              </p:cNvPr>
              <p:cNvSpPr txBox="1"/>
              <p:nvPr/>
            </p:nvSpPr>
            <p:spPr>
              <a:xfrm>
                <a:off x="5592956" y="1663610"/>
                <a:ext cx="5648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979823C-FFBF-3ACE-617F-9B841D9C4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2956" y="1663610"/>
                <a:ext cx="56489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FB23018-C90C-6697-5A0E-09AF77FA14A3}"/>
                  </a:ext>
                </a:extLst>
              </p:cNvPr>
              <p:cNvSpPr txBox="1"/>
              <p:nvPr/>
            </p:nvSpPr>
            <p:spPr>
              <a:xfrm>
                <a:off x="5659639" y="2197453"/>
                <a:ext cx="4315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⨀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FB23018-C90C-6697-5A0E-09AF77FA1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9639" y="2197453"/>
                <a:ext cx="431528" cy="369332"/>
              </a:xfrm>
              <a:prstGeom prst="rect">
                <a:avLst/>
              </a:prstGeom>
              <a:blipFill>
                <a:blip r:embed="rId5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0D7776-99F3-87D0-89F8-B6D99B1D1C6C}"/>
                  </a:ext>
                </a:extLst>
              </p:cNvPr>
              <p:cNvSpPr txBox="1"/>
              <p:nvPr/>
            </p:nvSpPr>
            <p:spPr>
              <a:xfrm>
                <a:off x="5540433" y="2920848"/>
                <a:ext cx="6767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tanh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0D7776-99F3-87D0-89F8-B6D99B1D1C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433" y="2920848"/>
                <a:ext cx="67678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1BD5939-4B6C-826F-D1CF-4290C6DF84F8}"/>
                  </a:ext>
                </a:extLst>
              </p:cNvPr>
              <p:cNvSpPr txBox="1"/>
              <p:nvPr/>
            </p:nvSpPr>
            <p:spPr>
              <a:xfrm>
                <a:off x="6494365" y="1674375"/>
                <a:ext cx="4764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AE" i="1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1BD5939-4B6C-826F-D1CF-4290C6DF8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365" y="1674375"/>
                <a:ext cx="47647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208651D-7980-004B-DA95-AB4B3748DFB0}"/>
                  </a:ext>
                </a:extLst>
              </p:cNvPr>
              <p:cNvSpPr txBox="1"/>
              <p:nvPr/>
            </p:nvSpPr>
            <p:spPr>
              <a:xfrm>
                <a:off x="1755287" y="1663974"/>
                <a:ext cx="6960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AE" i="1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208651D-7980-004B-DA95-AB4B3748D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5287" y="1663974"/>
                <a:ext cx="69608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E2AAEF2-062E-F247-1A91-865E627E1B29}"/>
                  </a:ext>
                </a:extLst>
              </p:cNvPr>
              <p:cNvSpPr txBox="1"/>
              <p:nvPr/>
            </p:nvSpPr>
            <p:spPr>
              <a:xfrm>
                <a:off x="2669115" y="4022712"/>
                <a:ext cx="4499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AE" i="1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E2AAEF2-062E-F247-1A91-865E627E1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115" y="4022712"/>
                <a:ext cx="44999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AE511D7-02E0-E055-DDCA-9A7CD98494D8}"/>
                  </a:ext>
                </a:extLst>
              </p:cNvPr>
              <p:cNvSpPr txBox="1"/>
              <p:nvPr/>
            </p:nvSpPr>
            <p:spPr>
              <a:xfrm>
                <a:off x="3560986" y="2300435"/>
                <a:ext cx="2807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AE" i="1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AE511D7-02E0-E055-DDCA-9A7CD9849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0986" y="2300435"/>
                <a:ext cx="280763" cy="369332"/>
              </a:xfrm>
              <a:prstGeom prst="rect">
                <a:avLst/>
              </a:prstGeom>
              <a:blipFill>
                <a:blip r:embed="rId10"/>
                <a:stretch>
                  <a:fillRect r="-19565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3476F03-7871-045A-DC86-6B2EC38B100A}"/>
                  </a:ext>
                </a:extLst>
              </p:cNvPr>
              <p:cNvSpPr txBox="1"/>
              <p:nvPr/>
            </p:nvSpPr>
            <p:spPr>
              <a:xfrm>
                <a:off x="4130408" y="2301235"/>
                <a:ext cx="4814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AE" i="1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3476F03-7871-045A-DC86-6B2EC38B1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408" y="2301235"/>
                <a:ext cx="481414" cy="369332"/>
              </a:xfrm>
              <a:prstGeom prst="rect">
                <a:avLst/>
              </a:prstGeom>
              <a:blipFill>
                <a:blip r:embed="rId11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DC92656-3113-F06D-D2C8-D5E9D7384C3F}"/>
                  </a:ext>
                </a:extLst>
              </p:cNvPr>
              <p:cNvSpPr txBox="1"/>
              <p:nvPr/>
            </p:nvSpPr>
            <p:spPr>
              <a:xfrm>
                <a:off x="5475579" y="2541165"/>
                <a:ext cx="316948" cy="381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DC92656-3113-F06D-D2C8-D5E9D7384C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5579" y="2541165"/>
                <a:ext cx="316948" cy="381643"/>
              </a:xfrm>
              <a:prstGeom prst="rect">
                <a:avLst/>
              </a:prstGeom>
              <a:blipFill>
                <a:blip r:embed="rId12"/>
                <a:stretch>
                  <a:fillRect t="-4839" r="-19231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8D26D07-5077-A24B-AF24-ED0CBC526D2D}"/>
              </a:ext>
            </a:extLst>
          </p:cNvPr>
          <p:cNvCxnSpPr>
            <a:cxnSpLocks/>
            <a:stCxn id="39" idx="6"/>
            <a:endCxn id="29" idx="2"/>
          </p:cNvCxnSpPr>
          <p:nvPr/>
        </p:nvCxnSpPr>
        <p:spPr>
          <a:xfrm>
            <a:off x="5568297" y="2381983"/>
            <a:ext cx="163106" cy="2232"/>
          </a:xfrm>
          <a:prstGeom prst="straightConnector1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1F42D48-927C-B03D-83BD-E20CB4C6226B}"/>
                  </a:ext>
                </a:extLst>
              </p:cNvPr>
              <p:cNvSpPr txBox="1"/>
              <p:nvPr/>
            </p:nvSpPr>
            <p:spPr>
              <a:xfrm>
                <a:off x="4326226" y="1674375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⨀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1F42D48-927C-B03D-83BD-E20CB4C622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6226" y="1674375"/>
                <a:ext cx="431528" cy="369332"/>
              </a:xfrm>
              <a:prstGeom prst="rect">
                <a:avLst/>
              </a:prstGeom>
              <a:blipFill>
                <a:blip r:embed="rId1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F194077-7364-49B8-5823-7AEA0C46091D}"/>
                  </a:ext>
                </a:extLst>
              </p:cNvPr>
              <p:cNvSpPr txBox="1"/>
              <p:nvPr/>
            </p:nvSpPr>
            <p:spPr>
              <a:xfrm>
                <a:off x="3140736" y="3461736"/>
                <a:ext cx="4315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F194077-7364-49B8-5823-7AEA0C4609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0736" y="3461736"/>
                <a:ext cx="431528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0EE68F4-535B-2FE8-B633-0F872117DC65}"/>
                  </a:ext>
                </a:extLst>
              </p:cNvPr>
              <p:cNvSpPr txBox="1"/>
              <p:nvPr/>
            </p:nvSpPr>
            <p:spPr>
              <a:xfrm>
                <a:off x="2663622" y="3160526"/>
                <a:ext cx="4042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0EE68F4-535B-2FE8-B633-0F872117D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3622" y="3160526"/>
                <a:ext cx="404277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701D7597-465C-0EC3-9C01-57D2B478588E}"/>
              </a:ext>
            </a:extLst>
          </p:cNvPr>
          <p:cNvCxnSpPr>
            <a:cxnSpLocks/>
            <a:stCxn id="63" idx="0"/>
            <a:endCxn id="39" idx="2"/>
          </p:cNvCxnSpPr>
          <p:nvPr/>
        </p:nvCxnSpPr>
        <p:spPr>
          <a:xfrm rot="5400000" flipH="1" flipV="1">
            <a:off x="4467732" y="2458798"/>
            <a:ext cx="317310" cy="163681"/>
          </a:xfrm>
          <a:prstGeom prst="bentConnector2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E859C7ED-C5F6-6168-F5EA-F5EA39D18315}"/>
              </a:ext>
            </a:extLst>
          </p:cNvPr>
          <p:cNvSpPr txBox="1"/>
          <p:nvPr/>
        </p:nvSpPr>
        <p:spPr>
          <a:xfrm>
            <a:off x="4358824" y="2699293"/>
            <a:ext cx="37144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A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3C14185-5815-4B8D-65B1-C44521D89792}"/>
                  </a:ext>
                </a:extLst>
              </p:cNvPr>
              <p:cNvSpPr txBox="1"/>
              <p:nvPr/>
            </p:nvSpPr>
            <p:spPr>
              <a:xfrm>
                <a:off x="3717106" y="2690517"/>
                <a:ext cx="3714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3C14185-5815-4B8D-65B1-C44521D897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106" y="2690517"/>
                <a:ext cx="371447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Oval 56">
            <a:extLst>
              <a:ext uri="{FF2B5EF4-FFF2-40B4-BE49-F238E27FC236}">
                <a16:creationId xmlns:a16="http://schemas.microsoft.com/office/drawing/2014/main" id="{BB74CF84-73FE-DFE4-DA92-E85F179C90DA}"/>
              </a:ext>
            </a:extLst>
          </p:cNvPr>
          <p:cNvSpPr/>
          <p:nvPr/>
        </p:nvSpPr>
        <p:spPr>
          <a:xfrm>
            <a:off x="3874929" y="3331007"/>
            <a:ext cx="45719" cy="4571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7F0F5C0-84E6-A0AD-FAEF-E95820AAD968}"/>
              </a:ext>
            </a:extLst>
          </p:cNvPr>
          <p:cNvSpPr/>
          <p:nvPr/>
        </p:nvSpPr>
        <p:spPr>
          <a:xfrm>
            <a:off x="4522515" y="2361359"/>
            <a:ext cx="45719" cy="4571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CCBDFBB7-63DA-1C2C-7D22-DBA387921377}"/>
                  </a:ext>
                </a:extLst>
              </p:cNvPr>
              <p:cNvSpPr txBox="1"/>
              <p:nvPr/>
            </p:nvSpPr>
            <p:spPr>
              <a:xfrm>
                <a:off x="3142696" y="2182646"/>
                <a:ext cx="4315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⨀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CCBDFBB7-63DA-1C2C-7D22-DBA387921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2696" y="2182646"/>
                <a:ext cx="431528" cy="369332"/>
              </a:xfrm>
              <a:prstGeom prst="rect">
                <a:avLst/>
              </a:prstGeom>
              <a:blipFill>
                <a:blip r:embed="rId17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888B1C4-DCE3-D426-ACF8-824A500C3BFA}"/>
                  </a:ext>
                </a:extLst>
              </p:cNvPr>
              <p:cNvSpPr txBox="1"/>
              <p:nvPr/>
            </p:nvSpPr>
            <p:spPr>
              <a:xfrm>
                <a:off x="4368903" y="2701949"/>
                <a:ext cx="3714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888B1C4-DCE3-D426-ACF8-824A500C3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903" y="2701949"/>
                <a:ext cx="371447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id="{351ADF95-1E2F-72AD-D2B2-A2058CFA00DF}"/>
              </a:ext>
            </a:extLst>
          </p:cNvPr>
          <p:cNvSpPr/>
          <p:nvPr/>
        </p:nvSpPr>
        <p:spPr>
          <a:xfrm>
            <a:off x="2848394" y="3627849"/>
            <a:ext cx="45719" cy="4571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8085414-1470-5241-078D-7FD5801F0276}"/>
              </a:ext>
            </a:extLst>
          </p:cNvPr>
          <p:cNvSpPr/>
          <p:nvPr/>
        </p:nvSpPr>
        <p:spPr>
          <a:xfrm>
            <a:off x="2848244" y="1839116"/>
            <a:ext cx="45719" cy="4571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6808467-A8DF-60BC-F018-7997F0DC43DA}"/>
              </a:ext>
            </a:extLst>
          </p:cNvPr>
          <p:cNvSpPr/>
          <p:nvPr/>
        </p:nvSpPr>
        <p:spPr>
          <a:xfrm>
            <a:off x="3333245" y="1836891"/>
            <a:ext cx="45719" cy="4571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A43D176-3E52-867C-40C9-D20BF81F2C4A}"/>
              </a:ext>
            </a:extLst>
          </p:cNvPr>
          <p:cNvCxnSpPr>
            <a:cxnSpLocks/>
            <a:stCxn id="27" idx="6"/>
          </p:cNvCxnSpPr>
          <p:nvPr/>
        </p:nvCxnSpPr>
        <p:spPr>
          <a:xfrm>
            <a:off x="6019403" y="1861226"/>
            <a:ext cx="521823" cy="0"/>
          </a:xfrm>
          <a:prstGeom prst="straightConnector1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9785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FA21C-E3EA-6775-9AC5-9AA7463D1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7195511-000C-4D20-352A-C73DE899164C}"/>
              </a:ext>
            </a:extLst>
          </p:cNvPr>
          <p:cNvSpPr/>
          <p:nvPr/>
        </p:nvSpPr>
        <p:spPr>
          <a:xfrm>
            <a:off x="2634827" y="1571981"/>
            <a:ext cx="3630890" cy="2297889"/>
          </a:xfrm>
          <a:prstGeom prst="roundRect">
            <a:avLst/>
          </a:prstGeom>
          <a:solidFill>
            <a:srgbClr val="E4F6E2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4DD4FED-A97B-ADBF-426C-A2F38A44EB4E}"/>
              </a:ext>
            </a:extLst>
          </p:cNvPr>
          <p:cNvSpPr/>
          <p:nvPr/>
        </p:nvSpPr>
        <p:spPr>
          <a:xfrm>
            <a:off x="5731403" y="1717226"/>
            <a:ext cx="288000" cy="288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DE46B81-21A4-F9CF-11C2-116D6D005AAE}"/>
              </a:ext>
            </a:extLst>
          </p:cNvPr>
          <p:cNvSpPr/>
          <p:nvPr/>
        </p:nvSpPr>
        <p:spPr>
          <a:xfrm>
            <a:off x="4394281" y="1717226"/>
            <a:ext cx="288000" cy="288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1961197-F40E-4D19-3695-47BE4D4EBDC9}"/>
              </a:ext>
            </a:extLst>
          </p:cNvPr>
          <p:cNvCxnSpPr>
            <a:stCxn id="29" idx="0"/>
            <a:endCxn id="27" idx="4"/>
          </p:cNvCxnSpPr>
          <p:nvPr/>
        </p:nvCxnSpPr>
        <p:spPr>
          <a:xfrm flipV="1">
            <a:off x="5875403" y="2005226"/>
            <a:ext cx="0" cy="234989"/>
          </a:xfrm>
          <a:prstGeom prst="straightConnector1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2B9DAA91-04F4-5364-49B0-60C4B06BBD43}"/>
              </a:ext>
            </a:extLst>
          </p:cNvPr>
          <p:cNvSpPr/>
          <p:nvPr/>
        </p:nvSpPr>
        <p:spPr>
          <a:xfrm>
            <a:off x="4708228" y="2197317"/>
            <a:ext cx="860069" cy="36933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5C979F9-5AEC-D8AB-00F0-9363F1D989E6}"/>
              </a:ext>
            </a:extLst>
          </p:cNvPr>
          <p:cNvSpPr/>
          <p:nvPr/>
        </p:nvSpPr>
        <p:spPr>
          <a:xfrm>
            <a:off x="5731403" y="2240215"/>
            <a:ext cx="288000" cy="288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BE74227-E6A6-F206-192B-87687B00491A}"/>
              </a:ext>
            </a:extLst>
          </p:cNvPr>
          <p:cNvCxnSpPr>
            <a:cxnSpLocks/>
            <a:stCxn id="54" idx="0"/>
            <a:endCxn id="29" idx="4"/>
          </p:cNvCxnSpPr>
          <p:nvPr/>
        </p:nvCxnSpPr>
        <p:spPr>
          <a:xfrm flipV="1">
            <a:off x="5875403" y="2528215"/>
            <a:ext cx="0" cy="399979"/>
          </a:xfrm>
          <a:prstGeom prst="straightConnector1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65DA681A-EA3A-344C-C8C7-3EED6E34846D}"/>
              </a:ext>
            </a:extLst>
          </p:cNvPr>
          <p:cNvSpPr txBox="1"/>
          <p:nvPr/>
        </p:nvSpPr>
        <p:spPr>
          <a:xfrm>
            <a:off x="5608599" y="2928194"/>
            <a:ext cx="53360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AE" dirty="0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58C7708-0D7D-E8D7-D6BE-025905677091}"/>
              </a:ext>
            </a:extLst>
          </p:cNvPr>
          <p:cNvCxnSpPr>
            <a:cxnSpLocks/>
            <a:stCxn id="63" idx="0"/>
            <a:endCxn id="28" idx="4"/>
          </p:cNvCxnSpPr>
          <p:nvPr/>
        </p:nvCxnSpPr>
        <p:spPr>
          <a:xfrm flipH="1" flipV="1">
            <a:off x="4538281" y="2005226"/>
            <a:ext cx="6266" cy="694067"/>
          </a:xfrm>
          <a:prstGeom prst="straightConnector1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9508F595-D071-3D85-9316-DAE929232C1B}"/>
              </a:ext>
            </a:extLst>
          </p:cNvPr>
          <p:cNvCxnSpPr>
            <a:cxnSpLocks/>
            <a:stCxn id="28" idx="6"/>
            <a:endCxn id="27" idx="2"/>
          </p:cNvCxnSpPr>
          <p:nvPr/>
        </p:nvCxnSpPr>
        <p:spPr>
          <a:xfrm>
            <a:off x="4682281" y="1861226"/>
            <a:ext cx="1049122" cy="0"/>
          </a:xfrm>
          <a:prstGeom prst="straightConnector1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5A563ED-F66A-0B3C-201B-935C37B39D90}"/>
              </a:ext>
            </a:extLst>
          </p:cNvPr>
          <p:cNvCxnSpPr>
            <a:cxnSpLocks/>
            <a:stCxn id="120" idx="6"/>
            <a:endCxn id="28" idx="2"/>
          </p:cNvCxnSpPr>
          <p:nvPr/>
        </p:nvCxnSpPr>
        <p:spPr>
          <a:xfrm>
            <a:off x="2406179" y="1861226"/>
            <a:ext cx="1988102" cy="0"/>
          </a:xfrm>
          <a:prstGeom prst="straightConnector1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00D5B412-048F-093B-26C7-5A52D9A84D70}"/>
              </a:ext>
            </a:extLst>
          </p:cNvPr>
          <p:cNvCxnSpPr>
            <a:cxnSpLocks/>
            <a:stCxn id="7" idx="6"/>
            <a:endCxn id="54" idx="2"/>
          </p:cNvCxnSpPr>
          <p:nvPr/>
        </p:nvCxnSpPr>
        <p:spPr>
          <a:xfrm flipV="1">
            <a:off x="3500501" y="3297526"/>
            <a:ext cx="2374902" cy="356344"/>
          </a:xfrm>
          <a:prstGeom prst="bentConnector2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Oval 112">
            <a:extLst>
              <a:ext uri="{FF2B5EF4-FFF2-40B4-BE49-F238E27FC236}">
                <a16:creationId xmlns:a16="http://schemas.microsoft.com/office/drawing/2014/main" id="{29F1D211-D8CC-6177-CF7C-A1AA90D143B0}"/>
              </a:ext>
            </a:extLst>
          </p:cNvPr>
          <p:cNvSpPr/>
          <p:nvPr/>
        </p:nvSpPr>
        <p:spPr>
          <a:xfrm>
            <a:off x="2848394" y="4037647"/>
            <a:ext cx="45719" cy="4571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7AA51F1A-D510-24A5-C224-56B6478B9D7B}"/>
              </a:ext>
            </a:extLst>
          </p:cNvPr>
          <p:cNvSpPr/>
          <p:nvPr/>
        </p:nvSpPr>
        <p:spPr>
          <a:xfrm>
            <a:off x="3212501" y="2229313"/>
            <a:ext cx="288000" cy="288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29F7EAF4-C8A0-771B-BDD5-9A06FAA97518}"/>
              </a:ext>
            </a:extLst>
          </p:cNvPr>
          <p:cNvSpPr/>
          <p:nvPr/>
        </p:nvSpPr>
        <p:spPr>
          <a:xfrm>
            <a:off x="2360460" y="1838366"/>
            <a:ext cx="45719" cy="4571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0887ED1E-E187-91BC-C3F2-165E33E87305}"/>
              </a:ext>
            </a:extLst>
          </p:cNvPr>
          <p:cNvSpPr txBox="1"/>
          <p:nvPr/>
        </p:nvSpPr>
        <p:spPr>
          <a:xfrm>
            <a:off x="3712065" y="2700539"/>
            <a:ext cx="371445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AE" dirty="0"/>
          </a:p>
        </p:txBody>
      </p:sp>
      <p:cxnSp>
        <p:nvCxnSpPr>
          <p:cNvPr id="131" name="Connector: Elbow 130">
            <a:extLst>
              <a:ext uri="{FF2B5EF4-FFF2-40B4-BE49-F238E27FC236}">
                <a16:creationId xmlns:a16="http://schemas.microsoft.com/office/drawing/2014/main" id="{EFA7E016-81B0-BBC2-5199-62461F177E97}"/>
              </a:ext>
            </a:extLst>
          </p:cNvPr>
          <p:cNvCxnSpPr>
            <a:cxnSpLocks/>
            <a:stCxn id="120" idx="6"/>
            <a:endCxn id="117" idx="0"/>
          </p:cNvCxnSpPr>
          <p:nvPr/>
        </p:nvCxnSpPr>
        <p:spPr>
          <a:xfrm>
            <a:off x="2406179" y="1861226"/>
            <a:ext cx="950322" cy="368087"/>
          </a:xfrm>
          <a:prstGeom prst="bentConnector2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7" name="Connector: Elbow 146">
            <a:extLst>
              <a:ext uri="{FF2B5EF4-FFF2-40B4-BE49-F238E27FC236}">
                <a16:creationId xmlns:a16="http://schemas.microsoft.com/office/drawing/2014/main" id="{3D14015F-9082-7412-4443-F14630EC5CE9}"/>
              </a:ext>
            </a:extLst>
          </p:cNvPr>
          <p:cNvCxnSpPr>
            <a:cxnSpLocks/>
            <a:stCxn id="15" idx="6"/>
            <a:endCxn id="126" idx="2"/>
          </p:cNvCxnSpPr>
          <p:nvPr/>
        </p:nvCxnSpPr>
        <p:spPr>
          <a:xfrm flipV="1">
            <a:off x="3015253" y="3069871"/>
            <a:ext cx="882535" cy="283996"/>
          </a:xfrm>
          <a:prstGeom prst="bentConnector2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D994EA7E-8EC5-7C21-780A-1B4CD9DBD4BA}"/>
              </a:ext>
            </a:extLst>
          </p:cNvPr>
          <p:cNvCxnSpPr>
            <a:cxnSpLocks/>
            <a:stCxn id="126" idx="0"/>
            <a:endCxn id="117" idx="6"/>
          </p:cNvCxnSpPr>
          <p:nvPr/>
        </p:nvCxnSpPr>
        <p:spPr>
          <a:xfrm rot="16200000" flipV="1">
            <a:off x="3535532" y="2338282"/>
            <a:ext cx="327226" cy="397287"/>
          </a:xfrm>
          <a:prstGeom prst="bentConnector2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91B93ED-39CC-1AEC-5B7A-8D398FE17E61}"/>
              </a:ext>
            </a:extLst>
          </p:cNvPr>
          <p:cNvSpPr/>
          <p:nvPr/>
        </p:nvSpPr>
        <p:spPr>
          <a:xfrm>
            <a:off x="3212501" y="3509870"/>
            <a:ext cx="288000" cy="288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CB15993-E7C2-7D43-D6E9-890A3F88B7D4}"/>
              </a:ext>
            </a:extLst>
          </p:cNvPr>
          <p:cNvCxnSpPr>
            <a:cxnSpLocks/>
            <a:stCxn id="117" idx="4"/>
            <a:endCxn id="7" idx="0"/>
          </p:cNvCxnSpPr>
          <p:nvPr/>
        </p:nvCxnSpPr>
        <p:spPr>
          <a:xfrm>
            <a:off x="3356501" y="2517313"/>
            <a:ext cx="0" cy="992557"/>
          </a:xfrm>
          <a:prstGeom prst="straightConnector1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4D47A772-655B-2DAA-036B-B8FDE8075D34}"/>
              </a:ext>
            </a:extLst>
          </p:cNvPr>
          <p:cNvSpPr/>
          <p:nvPr/>
        </p:nvSpPr>
        <p:spPr>
          <a:xfrm>
            <a:off x="2727253" y="3209867"/>
            <a:ext cx="288000" cy="288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8391AF0F-C41E-EB44-0E90-68D227CE078E}"/>
              </a:ext>
            </a:extLst>
          </p:cNvPr>
          <p:cNvCxnSpPr>
            <a:cxnSpLocks/>
            <a:stCxn id="120" idx="6"/>
            <a:endCxn id="15" idx="0"/>
          </p:cNvCxnSpPr>
          <p:nvPr/>
        </p:nvCxnSpPr>
        <p:spPr>
          <a:xfrm>
            <a:off x="2406179" y="1861226"/>
            <a:ext cx="465074" cy="1348641"/>
          </a:xfrm>
          <a:prstGeom prst="bentConnector2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E840C03-812A-548F-66E6-6516D53B6A26}"/>
              </a:ext>
            </a:extLst>
          </p:cNvPr>
          <p:cNvCxnSpPr>
            <a:stCxn id="113" idx="0"/>
            <a:endCxn id="15" idx="4"/>
          </p:cNvCxnSpPr>
          <p:nvPr/>
        </p:nvCxnSpPr>
        <p:spPr>
          <a:xfrm flipH="1" flipV="1">
            <a:off x="2871253" y="3497867"/>
            <a:ext cx="1" cy="539780"/>
          </a:xfrm>
          <a:prstGeom prst="straightConnector1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C83987FE-0A80-2230-FF4D-347DA5F82FB8}"/>
              </a:ext>
            </a:extLst>
          </p:cNvPr>
          <p:cNvCxnSpPr>
            <a:cxnSpLocks/>
            <a:stCxn id="15" idx="6"/>
            <a:endCxn id="63" idx="2"/>
          </p:cNvCxnSpPr>
          <p:nvPr/>
        </p:nvCxnSpPr>
        <p:spPr>
          <a:xfrm flipV="1">
            <a:off x="3015253" y="3068625"/>
            <a:ext cx="1529294" cy="285242"/>
          </a:xfrm>
          <a:prstGeom prst="bentConnector2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4B4CE4AE-2FC6-2703-BC1F-88D3C030C91B}"/>
              </a:ext>
            </a:extLst>
          </p:cNvPr>
          <p:cNvCxnSpPr>
            <a:cxnSpLocks/>
            <a:stCxn id="113" idx="0"/>
            <a:endCxn id="7" idx="2"/>
          </p:cNvCxnSpPr>
          <p:nvPr/>
        </p:nvCxnSpPr>
        <p:spPr>
          <a:xfrm rot="5400000" flipH="1" flipV="1">
            <a:off x="2849989" y="3675136"/>
            <a:ext cx="383777" cy="341247"/>
          </a:xfrm>
          <a:prstGeom prst="bentConnector2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D332BF7-3791-A9FD-184E-C18BAC5C1A40}"/>
                  </a:ext>
                </a:extLst>
              </p:cNvPr>
              <p:cNvSpPr txBox="1"/>
              <p:nvPr/>
            </p:nvSpPr>
            <p:spPr>
              <a:xfrm>
                <a:off x="4688847" y="2188457"/>
                <a:ext cx="8853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D332BF7-3791-A9FD-184E-C18BAC5C1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847" y="2188457"/>
                <a:ext cx="885371" cy="369332"/>
              </a:xfrm>
              <a:prstGeom prst="rect">
                <a:avLst/>
              </a:prstGeom>
              <a:blipFill>
                <a:blip r:embed="rId3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DC662FA-8D64-DB68-1FD0-78A580B7C0D7}"/>
                  </a:ext>
                </a:extLst>
              </p:cNvPr>
              <p:cNvSpPr txBox="1"/>
              <p:nvPr/>
            </p:nvSpPr>
            <p:spPr>
              <a:xfrm>
                <a:off x="5592956" y="1663610"/>
                <a:ext cx="5648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DC662FA-8D64-DB68-1FD0-78A580B7C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2956" y="1663610"/>
                <a:ext cx="56489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E22B02C-1704-E9A8-0D53-9AF602F8D5C0}"/>
                  </a:ext>
                </a:extLst>
              </p:cNvPr>
              <p:cNvSpPr txBox="1"/>
              <p:nvPr/>
            </p:nvSpPr>
            <p:spPr>
              <a:xfrm>
                <a:off x="5659639" y="2197453"/>
                <a:ext cx="4315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⨀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E22B02C-1704-E9A8-0D53-9AF602F8D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9639" y="2197453"/>
                <a:ext cx="431528" cy="369332"/>
              </a:xfrm>
              <a:prstGeom prst="rect">
                <a:avLst/>
              </a:prstGeom>
              <a:blipFill>
                <a:blip r:embed="rId5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BCAC5DF-055A-6C3D-F8B7-7F15E0483D67}"/>
                  </a:ext>
                </a:extLst>
              </p:cNvPr>
              <p:cNvSpPr txBox="1"/>
              <p:nvPr/>
            </p:nvSpPr>
            <p:spPr>
              <a:xfrm>
                <a:off x="5540433" y="2920848"/>
                <a:ext cx="6767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tanh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BCAC5DF-055A-6C3D-F8B7-7F15E0483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433" y="2920848"/>
                <a:ext cx="67678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9D994CA-5389-C6CD-7E8A-9395B09908C1}"/>
                  </a:ext>
                </a:extLst>
              </p:cNvPr>
              <p:cNvSpPr txBox="1"/>
              <p:nvPr/>
            </p:nvSpPr>
            <p:spPr>
              <a:xfrm>
                <a:off x="6494365" y="1674375"/>
                <a:ext cx="4764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AE" i="1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9D994CA-5389-C6CD-7E8A-9395B09908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365" y="1674375"/>
                <a:ext cx="47647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A0E440D-068B-A3AD-7D15-B47B9230A7E0}"/>
                  </a:ext>
                </a:extLst>
              </p:cNvPr>
              <p:cNvSpPr txBox="1"/>
              <p:nvPr/>
            </p:nvSpPr>
            <p:spPr>
              <a:xfrm>
                <a:off x="1755287" y="1663974"/>
                <a:ext cx="6960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AE" i="1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A0E440D-068B-A3AD-7D15-B47B9230A7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5287" y="1663974"/>
                <a:ext cx="69608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89DAB40-92D0-46BF-0AE5-E36AFFCE4DBF}"/>
                  </a:ext>
                </a:extLst>
              </p:cNvPr>
              <p:cNvSpPr txBox="1"/>
              <p:nvPr/>
            </p:nvSpPr>
            <p:spPr>
              <a:xfrm>
                <a:off x="2669115" y="4022712"/>
                <a:ext cx="4499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AE" i="1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89DAB40-92D0-46BF-0AE5-E36AFFCE4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115" y="4022712"/>
                <a:ext cx="44999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4FDF46A-560F-352C-20F0-9064E262B35B}"/>
                  </a:ext>
                </a:extLst>
              </p:cNvPr>
              <p:cNvSpPr txBox="1"/>
              <p:nvPr/>
            </p:nvSpPr>
            <p:spPr>
              <a:xfrm>
                <a:off x="3560986" y="2300435"/>
                <a:ext cx="2807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AE" i="1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4FDF46A-560F-352C-20F0-9064E262B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0986" y="2300435"/>
                <a:ext cx="280763" cy="369332"/>
              </a:xfrm>
              <a:prstGeom prst="rect">
                <a:avLst/>
              </a:prstGeom>
              <a:blipFill>
                <a:blip r:embed="rId10"/>
                <a:stretch>
                  <a:fillRect r="-19565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A8140C8-CB98-EC9F-F6D2-AD6A1E04DFAC}"/>
                  </a:ext>
                </a:extLst>
              </p:cNvPr>
              <p:cNvSpPr txBox="1"/>
              <p:nvPr/>
            </p:nvSpPr>
            <p:spPr>
              <a:xfrm>
                <a:off x="4130408" y="2301235"/>
                <a:ext cx="4814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AE" i="1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A8140C8-CB98-EC9F-F6D2-AD6A1E04DF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408" y="2301235"/>
                <a:ext cx="481414" cy="369332"/>
              </a:xfrm>
              <a:prstGeom prst="rect">
                <a:avLst/>
              </a:prstGeom>
              <a:blipFill>
                <a:blip r:embed="rId11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18CE2C4-BA1C-647A-D5A9-6DBEF5D8ADE9}"/>
                  </a:ext>
                </a:extLst>
              </p:cNvPr>
              <p:cNvSpPr txBox="1"/>
              <p:nvPr/>
            </p:nvSpPr>
            <p:spPr>
              <a:xfrm>
                <a:off x="5475579" y="2541165"/>
                <a:ext cx="316948" cy="381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18CE2C4-BA1C-647A-D5A9-6DBEF5D8A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5579" y="2541165"/>
                <a:ext cx="316948" cy="381643"/>
              </a:xfrm>
              <a:prstGeom prst="rect">
                <a:avLst/>
              </a:prstGeom>
              <a:blipFill>
                <a:blip r:embed="rId12"/>
                <a:stretch>
                  <a:fillRect t="-4839" r="-19231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783385A-15CA-5A7C-49D3-6BFCA85504F8}"/>
              </a:ext>
            </a:extLst>
          </p:cNvPr>
          <p:cNvCxnSpPr>
            <a:cxnSpLocks/>
            <a:stCxn id="39" idx="6"/>
            <a:endCxn id="29" idx="2"/>
          </p:cNvCxnSpPr>
          <p:nvPr/>
        </p:nvCxnSpPr>
        <p:spPr>
          <a:xfrm>
            <a:off x="5568297" y="2381983"/>
            <a:ext cx="163106" cy="2232"/>
          </a:xfrm>
          <a:prstGeom prst="straightConnector1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9D92386-F370-F380-07B6-DAEE4B5FABD8}"/>
                  </a:ext>
                </a:extLst>
              </p:cNvPr>
              <p:cNvSpPr txBox="1"/>
              <p:nvPr/>
            </p:nvSpPr>
            <p:spPr>
              <a:xfrm>
                <a:off x="4326226" y="1674375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⨀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9D92386-F370-F380-07B6-DAEE4B5FA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6226" y="1674375"/>
                <a:ext cx="431528" cy="369332"/>
              </a:xfrm>
              <a:prstGeom prst="rect">
                <a:avLst/>
              </a:prstGeom>
              <a:blipFill>
                <a:blip r:embed="rId1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AC4EA78-C8CA-C0EB-710E-F85AD0B14ADB}"/>
                  </a:ext>
                </a:extLst>
              </p:cNvPr>
              <p:cNvSpPr txBox="1"/>
              <p:nvPr/>
            </p:nvSpPr>
            <p:spPr>
              <a:xfrm>
                <a:off x="3140736" y="3461736"/>
                <a:ext cx="4315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AC4EA78-C8CA-C0EB-710E-F85AD0B14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0736" y="3461736"/>
                <a:ext cx="431528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9DED689-4E43-1C49-8E2D-F8AD7CAE76AC}"/>
                  </a:ext>
                </a:extLst>
              </p:cNvPr>
              <p:cNvSpPr txBox="1"/>
              <p:nvPr/>
            </p:nvSpPr>
            <p:spPr>
              <a:xfrm>
                <a:off x="2663622" y="3160526"/>
                <a:ext cx="4042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9DED689-4E43-1C49-8E2D-F8AD7CAE76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3622" y="3160526"/>
                <a:ext cx="404277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B3B20FA7-1C9D-FF5D-E90B-C63E2C6424FD}"/>
              </a:ext>
            </a:extLst>
          </p:cNvPr>
          <p:cNvCxnSpPr>
            <a:cxnSpLocks/>
            <a:stCxn id="63" idx="0"/>
            <a:endCxn id="39" idx="2"/>
          </p:cNvCxnSpPr>
          <p:nvPr/>
        </p:nvCxnSpPr>
        <p:spPr>
          <a:xfrm rot="5400000" flipH="1" flipV="1">
            <a:off x="4467732" y="2458798"/>
            <a:ext cx="317310" cy="163681"/>
          </a:xfrm>
          <a:prstGeom prst="bentConnector2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8A340DD0-22C3-96A5-4938-2FEC642D7767}"/>
              </a:ext>
            </a:extLst>
          </p:cNvPr>
          <p:cNvSpPr txBox="1"/>
          <p:nvPr/>
        </p:nvSpPr>
        <p:spPr>
          <a:xfrm>
            <a:off x="4358824" y="2699293"/>
            <a:ext cx="37144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A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BCA8B57-CD0D-0A64-53D9-879AAE0E6078}"/>
                  </a:ext>
                </a:extLst>
              </p:cNvPr>
              <p:cNvSpPr txBox="1"/>
              <p:nvPr/>
            </p:nvSpPr>
            <p:spPr>
              <a:xfrm>
                <a:off x="3717106" y="2690517"/>
                <a:ext cx="3714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BCA8B57-CD0D-0A64-53D9-879AAE0E60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106" y="2690517"/>
                <a:ext cx="371447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Oval 56">
            <a:extLst>
              <a:ext uri="{FF2B5EF4-FFF2-40B4-BE49-F238E27FC236}">
                <a16:creationId xmlns:a16="http://schemas.microsoft.com/office/drawing/2014/main" id="{1AF9DF3F-7BF8-13EB-4860-3359D6DE849B}"/>
              </a:ext>
            </a:extLst>
          </p:cNvPr>
          <p:cNvSpPr/>
          <p:nvPr/>
        </p:nvSpPr>
        <p:spPr>
          <a:xfrm>
            <a:off x="3874929" y="3331007"/>
            <a:ext cx="45719" cy="4571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BBA590CA-8FB7-E199-7956-80DEAF582B4A}"/>
              </a:ext>
            </a:extLst>
          </p:cNvPr>
          <p:cNvSpPr/>
          <p:nvPr/>
        </p:nvSpPr>
        <p:spPr>
          <a:xfrm>
            <a:off x="4522515" y="2361359"/>
            <a:ext cx="45719" cy="4571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52C29311-9027-4CA4-2060-9D5F060C0F3E}"/>
                  </a:ext>
                </a:extLst>
              </p:cNvPr>
              <p:cNvSpPr txBox="1"/>
              <p:nvPr/>
            </p:nvSpPr>
            <p:spPr>
              <a:xfrm>
                <a:off x="3142696" y="2182646"/>
                <a:ext cx="4315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⨀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52C29311-9027-4CA4-2060-9D5F060C0F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2696" y="2182646"/>
                <a:ext cx="431528" cy="369332"/>
              </a:xfrm>
              <a:prstGeom prst="rect">
                <a:avLst/>
              </a:prstGeom>
              <a:blipFill>
                <a:blip r:embed="rId17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CA097B8-F4C3-5BDB-36A4-5CF0FADF5120}"/>
                  </a:ext>
                </a:extLst>
              </p:cNvPr>
              <p:cNvSpPr txBox="1"/>
              <p:nvPr/>
            </p:nvSpPr>
            <p:spPr>
              <a:xfrm>
                <a:off x="4368903" y="2701949"/>
                <a:ext cx="3714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CA097B8-F4C3-5BDB-36A4-5CF0FADF5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903" y="2701949"/>
                <a:ext cx="371447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id="{A68EDEF2-D3CA-1042-6278-56EE19D6D2BD}"/>
              </a:ext>
            </a:extLst>
          </p:cNvPr>
          <p:cNvSpPr/>
          <p:nvPr/>
        </p:nvSpPr>
        <p:spPr>
          <a:xfrm>
            <a:off x="2848394" y="3627849"/>
            <a:ext cx="45719" cy="4571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D0E4ABE-A3E2-C171-80BF-54D7D115426B}"/>
              </a:ext>
            </a:extLst>
          </p:cNvPr>
          <p:cNvSpPr/>
          <p:nvPr/>
        </p:nvSpPr>
        <p:spPr>
          <a:xfrm>
            <a:off x="2848244" y="1839116"/>
            <a:ext cx="45719" cy="4571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01439EF-1ED1-E565-4575-CB49299DBAAB}"/>
              </a:ext>
            </a:extLst>
          </p:cNvPr>
          <p:cNvSpPr/>
          <p:nvPr/>
        </p:nvSpPr>
        <p:spPr>
          <a:xfrm>
            <a:off x="3333245" y="1836891"/>
            <a:ext cx="45719" cy="4571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F4F454C-17E8-87F3-A94C-668166AA0A43}"/>
              </a:ext>
            </a:extLst>
          </p:cNvPr>
          <p:cNvCxnSpPr>
            <a:cxnSpLocks/>
            <a:stCxn id="27" idx="6"/>
          </p:cNvCxnSpPr>
          <p:nvPr/>
        </p:nvCxnSpPr>
        <p:spPr>
          <a:xfrm>
            <a:off x="6019403" y="1861226"/>
            <a:ext cx="521823" cy="0"/>
          </a:xfrm>
          <a:prstGeom prst="straightConnector1">
            <a:avLst/>
          </a:prstGeom>
          <a:ln w="28575"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0374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3B0C9C2-E80A-9D54-9B6C-F177903646B1}"/>
                  </a:ext>
                </a:extLst>
              </p:cNvPr>
              <p:cNvSpPr/>
              <p:nvPr/>
            </p:nvSpPr>
            <p:spPr>
              <a:xfrm>
                <a:off x="1432290" y="1213805"/>
                <a:ext cx="7462328" cy="364914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en-AE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+1]</m:t>
                            </m:r>
                          </m:e>
                        </m:mr>
                        <m:m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+1]</m:t>
                            </m:r>
                          </m:e>
                        </m:mr>
                        <m:m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+1]</m:t>
                            </m:r>
                          </m:e>
                        </m:mr>
                        <m:mr>
                          <m:e>
                            <m:r>
                              <a:rPr lang="en-AE" i="1" smtClean="0">
                                <a:latin typeface="Cambria Math" panose="02040503050406030204" pitchFamily="18" charset="0"/>
                              </a:rPr>
                              <m:t>⋮</m:t>
                            </m:r>
                          </m:e>
                          <m:e>
                            <m:r>
                              <a:rPr lang="en-AE" i="1" smtClean="0">
                                <a:latin typeface="Cambria Math" panose="02040503050406030204" pitchFamily="18" charset="0"/>
                              </a:rPr>
                              <m:t>⋮</m:t>
                            </m:r>
                          </m:e>
                          <m:e>
                            <m:r>
                              <a:rPr lang="en-AE" i="1" smtClean="0">
                                <a:latin typeface="Cambria Math" panose="02040503050406030204" pitchFamily="18" charset="0"/>
                              </a:rPr>
                              <m:t>⋮</m:t>
                            </m:r>
                          </m:e>
                          <m:e>
                            <m:r>
                              <a:rPr lang="en-AE" i="1" smtClean="0">
                                <a:latin typeface="Cambria Math" panose="02040503050406030204" pitchFamily="18" charset="0"/>
                              </a:rPr>
                              <m:t>⋮</m:t>
                            </m:r>
                          </m:e>
                        </m:mr>
                        <m:m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+1]</m:t>
                            </m:r>
                          </m:e>
                        </m:mr>
                      </m:m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3B0C9C2-E80A-9D54-9B6C-F177903646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2290" y="1213805"/>
                <a:ext cx="7462328" cy="36491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4668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7A9DB38-3BBA-914E-3CF9-21716F42C7B3}"/>
                  </a:ext>
                </a:extLst>
              </p:cNvPr>
              <p:cNvSpPr txBox="1"/>
              <p:nvPr/>
            </p:nvSpPr>
            <p:spPr>
              <a:xfrm>
                <a:off x="5243511" y="1232686"/>
                <a:ext cx="4305299" cy="178530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en-AE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mr>
                        <m:m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mr>
                        <m:m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mr>
                        <m:mr>
                          <m:e>
                            <m:r>
                              <a:rPr lang="en-AE" i="1" smtClean="0">
                                <a:latin typeface="Cambria Math" panose="02040503050406030204" pitchFamily="18" charset="0"/>
                              </a:rPr>
                              <m:t>⋮</m:t>
                            </m:r>
                          </m:e>
                          <m:e>
                            <m:r>
                              <a:rPr lang="en-AE" i="1" smtClean="0">
                                <a:latin typeface="Cambria Math" panose="02040503050406030204" pitchFamily="18" charset="0"/>
                              </a:rPr>
                              <m:t>⋮</m:t>
                            </m:r>
                          </m:e>
                          <m:e>
                            <m:r>
                              <a:rPr lang="en-AE" i="1" smtClean="0">
                                <a:latin typeface="Cambria Math" panose="02040503050406030204" pitchFamily="18" charset="0"/>
                              </a:rPr>
                              <m:t>⋮</m:t>
                            </m:r>
                          </m:e>
                          <m:e>
                            <m:r>
                              <a:rPr lang="en-AE" i="1" smtClean="0">
                                <a:latin typeface="Cambria Math" panose="02040503050406030204" pitchFamily="18" charset="0"/>
                              </a:rPr>
                              <m:t>⋮</m:t>
                            </m:r>
                          </m:e>
                        </m:mr>
                        <m:m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mr>
                      </m:m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7A9DB38-3BBA-914E-3CF9-21716F42C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3511" y="1232686"/>
                <a:ext cx="4305299" cy="17853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665F7E6-AA25-75A7-54D0-8CFD1FAC03AE}"/>
                  </a:ext>
                </a:extLst>
              </p:cNvPr>
              <p:cNvSpPr txBox="1"/>
              <p:nvPr/>
            </p:nvSpPr>
            <p:spPr>
              <a:xfrm>
                <a:off x="1809749" y="2265517"/>
                <a:ext cx="6867525" cy="178530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en-AE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+2]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+2]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+2]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+2]</m:t>
                            </m:r>
                          </m:e>
                        </m:mr>
                        <m:m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+2]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+2]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+2]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+2]</m:t>
                            </m:r>
                          </m:e>
                        </m:mr>
                        <m:m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+2]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+2]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+2]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+2]</m:t>
                            </m:r>
                          </m:e>
                        </m:mr>
                        <m:mr>
                          <m:e>
                            <m:r>
                              <a:rPr lang="en-AE" i="1" smtClean="0">
                                <a:latin typeface="Cambria Math" panose="02040503050406030204" pitchFamily="18" charset="0"/>
                              </a:rPr>
                              <m:t>⋮</m:t>
                            </m:r>
                          </m:e>
                          <m:e>
                            <m:r>
                              <a:rPr lang="en-AE" i="1" smtClean="0">
                                <a:latin typeface="Cambria Math" panose="02040503050406030204" pitchFamily="18" charset="0"/>
                              </a:rPr>
                              <m:t>⋮</m:t>
                            </m:r>
                          </m:e>
                          <m:e>
                            <m:r>
                              <a:rPr lang="en-AE" i="1" smtClean="0">
                                <a:latin typeface="Cambria Math" panose="02040503050406030204" pitchFamily="18" charset="0"/>
                              </a:rPr>
                              <m:t>⋮</m:t>
                            </m:r>
                          </m:e>
                          <m:e>
                            <m:r>
                              <a:rPr lang="en-AE" i="1" smtClean="0">
                                <a:latin typeface="Cambria Math" panose="02040503050406030204" pitchFamily="18" charset="0"/>
                              </a:rPr>
                              <m:t>⋮</m:t>
                            </m:r>
                          </m:e>
                        </m:mr>
                        <m:m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+2]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+2]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+2]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+2]</m:t>
                            </m:r>
                          </m:e>
                        </m:mr>
                      </m:m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665F7E6-AA25-75A7-54D0-8CFD1FAC0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749" y="2265517"/>
                <a:ext cx="6867525" cy="17853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6ED4672-48E5-6AC1-D85F-D90A1DF4D0A2}"/>
                  </a:ext>
                </a:extLst>
              </p:cNvPr>
              <p:cNvSpPr txBox="1"/>
              <p:nvPr/>
            </p:nvSpPr>
            <p:spPr>
              <a:xfrm>
                <a:off x="1047749" y="3158170"/>
                <a:ext cx="6867525" cy="178530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en-AE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+1]</m:t>
                            </m:r>
                          </m:e>
                        </m:mr>
                        <m:m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+1]</m:t>
                            </m:r>
                          </m:e>
                        </m:mr>
                        <m:m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+1]</m:t>
                            </m:r>
                          </m:e>
                        </m:mr>
                        <m:mr>
                          <m:e>
                            <m:r>
                              <a:rPr lang="en-AE" i="1" smtClean="0">
                                <a:latin typeface="Cambria Math" panose="02040503050406030204" pitchFamily="18" charset="0"/>
                              </a:rPr>
                              <m:t>⋮</m:t>
                            </m:r>
                          </m:e>
                          <m:e>
                            <m:r>
                              <a:rPr lang="en-AE" i="1" smtClean="0">
                                <a:latin typeface="Cambria Math" panose="02040503050406030204" pitchFamily="18" charset="0"/>
                              </a:rPr>
                              <m:t>⋮</m:t>
                            </m:r>
                          </m:e>
                          <m:e>
                            <m:r>
                              <a:rPr lang="en-AE" i="1" smtClean="0">
                                <a:latin typeface="Cambria Math" panose="02040503050406030204" pitchFamily="18" charset="0"/>
                              </a:rPr>
                              <m:t>⋮</m:t>
                            </m:r>
                          </m:e>
                          <m:e>
                            <m:r>
                              <a:rPr lang="en-AE" i="1" smtClean="0">
                                <a:latin typeface="Cambria Math" panose="02040503050406030204" pitchFamily="18" charset="0"/>
                              </a:rPr>
                              <m:t>⋮</m:t>
                            </m:r>
                          </m:e>
                        </m:mr>
                        <m:m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+1]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+1]</m:t>
                            </m:r>
                          </m:e>
                        </m:mr>
                      </m:m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6ED4672-48E5-6AC1-D85F-D90A1DF4D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49" y="3158170"/>
                <a:ext cx="6867525" cy="17853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0E22312-6C4E-A233-B12C-663070C442B5}"/>
                  </a:ext>
                </a:extLst>
              </p:cNvPr>
              <p:cNvSpPr txBox="1"/>
              <p:nvPr/>
            </p:nvSpPr>
            <p:spPr>
              <a:xfrm>
                <a:off x="5143500" y="857250"/>
                <a:ext cx="1092863" cy="4116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</m:d>
                        </m:sup>
                      </m:sSup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0E22312-6C4E-A233-B12C-663070C44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500" y="857250"/>
                <a:ext cx="1092863" cy="4116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8117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579FB464-1CCE-FA4A-CCF0-81A5F63FD2DE}"/>
              </a:ext>
            </a:extLst>
          </p:cNvPr>
          <p:cNvSpPr/>
          <p:nvPr/>
        </p:nvSpPr>
        <p:spPr>
          <a:xfrm>
            <a:off x="2762250" y="1931625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48D1686-5DD5-0469-E322-53AA532A4D10}"/>
              </a:ext>
            </a:extLst>
          </p:cNvPr>
          <p:cNvSpPr/>
          <p:nvPr/>
        </p:nvSpPr>
        <p:spPr>
          <a:xfrm>
            <a:off x="2762250" y="2604225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A022365-9252-2E01-8078-5D2D454D87F9}"/>
              </a:ext>
            </a:extLst>
          </p:cNvPr>
          <p:cNvSpPr/>
          <p:nvPr/>
        </p:nvSpPr>
        <p:spPr>
          <a:xfrm>
            <a:off x="2762250" y="3276825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15C0741-8551-6314-4AE2-F20AEB189279}"/>
              </a:ext>
            </a:extLst>
          </p:cNvPr>
          <p:cNvSpPr/>
          <p:nvPr/>
        </p:nvSpPr>
        <p:spPr>
          <a:xfrm>
            <a:off x="2762250" y="3949425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6B7913F-47FA-6285-69F4-D8968510D8AE}"/>
              </a:ext>
            </a:extLst>
          </p:cNvPr>
          <p:cNvSpPr/>
          <p:nvPr/>
        </p:nvSpPr>
        <p:spPr>
          <a:xfrm>
            <a:off x="7858125" y="4129425"/>
            <a:ext cx="1571625" cy="51435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GRU cell</a:t>
            </a:r>
            <a:endParaRPr lang="en-AE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458F2B5-4467-1A92-5F33-43393B04AF83}"/>
              </a:ext>
            </a:extLst>
          </p:cNvPr>
          <p:cNvGrpSpPr/>
          <p:nvPr/>
        </p:nvGrpSpPr>
        <p:grpSpPr>
          <a:xfrm>
            <a:off x="4286251" y="1455601"/>
            <a:ext cx="1343024" cy="476024"/>
            <a:chOff x="4286251" y="3067274"/>
            <a:chExt cx="1485900" cy="476025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FD32065-DFE6-B607-5499-10FFED2BC597}"/>
                </a:ext>
              </a:extLst>
            </p:cNvPr>
            <p:cNvSpPr/>
            <p:nvPr/>
          </p:nvSpPr>
          <p:spPr>
            <a:xfrm>
              <a:off x="4286251" y="3067274"/>
              <a:ext cx="1485900" cy="476025"/>
            </a:xfrm>
            <a:prstGeom prst="ellipse">
              <a:avLst/>
            </a:prstGeom>
            <a:ln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 cell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" name="Connector: Curved 12">
              <a:extLst>
                <a:ext uri="{FF2B5EF4-FFF2-40B4-BE49-F238E27FC236}">
                  <a16:creationId xmlns:a16="http://schemas.microsoft.com/office/drawing/2014/main" id="{BF7CBE7F-A032-86ED-7A81-7399F3F3A163}"/>
                </a:ext>
              </a:extLst>
            </p:cNvPr>
            <p:cNvCxnSpPr>
              <a:cxnSpLocks/>
              <a:stCxn id="11" idx="7"/>
              <a:endCxn id="11" idx="1"/>
            </p:cNvCxnSpPr>
            <p:nvPr/>
          </p:nvCxnSpPr>
          <p:spPr>
            <a:xfrm rot="16200000" flipV="1">
              <a:off x="5029201" y="2611641"/>
              <a:ext cx="12700" cy="1050690"/>
            </a:xfrm>
            <a:prstGeom prst="curvedConnector3">
              <a:avLst>
                <a:gd name="adj1" fmla="val 2348913"/>
              </a:avLst>
            </a:prstGeom>
            <a:ln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8CDFE03-C973-0848-99F7-D82A5D33A3F3}"/>
              </a:ext>
            </a:extLst>
          </p:cNvPr>
          <p:cNvGrpSpPr/>
          <p:nvPr/>
        </p:nvGrpSpPr>
        <p:grpSpPr>
          <a:xfrm>
            <a:off x="6202286" y="1518962"/>
            <a:ext cx="1343024" cy="476024"/>
            <a:chOff x="4286251" y="3067274"/>
            <a:chExt cx="1485900" cy="476025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2D1A618-B035-44A9-6116-2D93DA30A347}"/>
                </a:ext>
              </a:extLst>
            </p:cNvPr>
            <p:cNvSpPr/>
            <p:nvPr/>
          </p:nvSpPr>
          <p:spPr>
            <a:xfrm>
              <a:off x="4286251" y="3067274"/>
              <a:ext cx="1485900" cy="476025"/>
            </a:xfrm>
            <a:prstGeom prst="ellipse">
              <a:avLst/>
            </a:prstGeom>
            <a:ln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 cell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6" name="Connector: Curved 25">
              <a:extLst>
                <a:ext uri="{FF2B5EF4-FFF2-40B4-BE49-F238E27FC236}">
                  <a16:creationId xmlns:a16="http://schemas.microsoft.com/office/drawing/2014/main" id="{EA83129F-D59B-63A3-5D77-AA526AA25988}"/>
                </a:ext>
              </a:extLst>
            </p:cNvPr>
            <p:cNvCxnSpPr>
              <a:cxnSpLocks/>
              <a:stCxn id="25" idx="7"/>
              <a:endCxn id="25" idx="1"/>
            </p:cNvCxnSpPr>
            <p:nvPr/>
          </p:nvCxnSpPr>
          <p:spPr>
            <a:xfrm rot="16200000" flipV="1">
              <a:off x="5029201" y="2611641"/>
              <a:ext cx="12700" cy="1050690"/>
            </a:xfrm>
            <a:prstGeom prst="curvedConnector3">
              <a:avLst>
                <a:gd name="adj1" fmla="val 2348913"/>
              </a:avLst>
            </a:prstGeom>
            <a:ln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FA23936-7D53-EE9C-6270-1FA14AA7F920}"/>
              </a:ext>
            </a:extLst>
          </p:cNvPr>
          <p:cNvGrpSpPr/>
          <p:nvPr/>
        </p:nvGrpSpPr>
        <p:grpSpPr>
          <a:xfrm>
            <a:off x="4286251" y="2308201"/>
            <a:ext cx="1343024" cy="476024"/>
            <a:chOff x="4286251" y="3067274"/>
            <a:chExt cx="1485900" cy="476025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C74531E-C511-1A97-5A5E-67053DBB6BBC}"/>
                </a:ext>
              </a:extLst>
            </p:cNvPr>
            <p:cNvSpPr/>
            <p:nvPr/>
          </p:nvSpPr>
          <p:spPr>
            <a:xfrm>
              <a:off x="4286251" y="3067274"/>
              <a:ext cx="1485900" cy="476025"/>
            </a:xfrm>
            <a:prstGeom prst="ellipse">
              <a:avLst/>
            </a:prstGeom>
            <a:ln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 cell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9" name="Connector: Curved 28">
              <a:extLst>
                <a:ext uri="{FF2B5EF4-FFF2-40B4-BE49-F238E27FC236}">
                  <a16:creationId xmlns:a16="http://schemas.microsoft.com/office/drawing/2014/main" id="{CC0D6EB9-D1DB-3C0A-768F-D31EF9946900}"/>
                </a:ext>
              </a:extLst>
            </p:cNvPr>
            <p:cNvCxnSpPr>
              <a:cxnSpLocks/>
              <a:stCxn id="28" idx="7"/>
              <a:endCxn id="28" idx="1"/>
            </p:cNvCxnSpPr>
            <p:nvPr/>
          </p:nvCxnSpPr>
          <p:spPr>
            <a:xfrm rot="16200000" flipV="1">
              <a:off x="5029201" y="2611641"/>
              <a:ext cx="12700" cy="1050690"/>
            </a:xfrm>
            <a:prstGeom prst="curvedConnector3">
              <a:avLst>
                <a:gd name="adj1" fmla="val 2348913"/>
              </a:avLst>
            </a:prstGeom>
            <a:ln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1033590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C1B22-BC3B-89C8-7836-5267F5861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BDD2C63F-1B3A-E1EB-4843-2F8E243851FF}"/>
              </a:ext>
            </a:extLst>
          </p:cNvPr>
          <p:cNvSpPr/>
          <p:nvPr/>
        </p:nvSpPr>
        <p:spPr>
          <a:xfrm>
            <a:off x="2762250" y="1931625"/>
            <a:ext cx="270000" cy="27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DD229CD-80B2-AA96-5733-94C6D7C8A314}"/>
              </a:ext>
            </a:extLst>
          </p:cNvPr>
          <p:cNvSpPr/>
          <p:nvPr/>
        </p:nvSpPr>
        <p:spPr>
          <a:xfrm>
            <a:off x="2762250" y="2604225"/>
            <a:ext cx="270000" cy="27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F5D773B-DCBF-CC3B-70BC-7CA169BAA0E9}"/>
              </a:ext>
            </a:extLst>
          </p:cNvPr>
          <p:cNvSpPr/>
          <p:nvPr/>
        </p:nvSpPr>
        <p:spPr>
          <a:xfrm>
            <a:off x="2762250" y="3276825"/>
            <a:ext cx="270000" cy="27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4CA77C4-FE1A-4A90-49CC-EA6916215057}"/>
              </a:ext>
            </a:extLst>
          </p:cNvPr>
          <p:cNvSpPr/>
          <p:nvPr/>
        </p:nvSpPr>
        <p:spPr>
          <a:xfrm>
            <a:off x="2762250" y="3949425"/>
            <a:ext cx="270000" cy="27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B17F40D-F140-D06D-3565-9AD1E83A4257}"/>
              </a:ext>
            </a:extLst>
          </p:cNvPr>
          <p:cNvGrpSpPr/>
          <p:nvPr/>
        </p:nvGrpSpPr>
        <p:grpSpPr>
          <a:xfrm>
            <a:off x="4292601" y="1409975"/>
            <a:ext cx="1238249" cy="476024"/>
            <a:chOff x="4286251" y="2892624"/>
            <a:chExt cx="1485900" cy="476025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3719E5E-A364-3117-AE39-9F087B22F93B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ln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 cell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9" name="Connector: Curved 28">
              <a:extLst>
                <a:ext uri="{FF2B5EF4-FFF2-40B4-BE49-F238E27FC236}">
                  <a16:creationId xmlns:a16="http://schemas.microsoft.com/office/drawing/2014/main" id="{3B95785A-8668-3476-9790-E795AB37DF81}"/>
                </a:ext>
              </a:extLst>
            </p:cNvPr>
            <p:cNvCxnSpPr>
              <a:cxnSpLocks/>
              <a:stCxn id="28" idx="7"/>
              <a:endCxn id="28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ln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F46BBF7-B2F1-941C-1FB0-6EE9A90A3B4B}"/>
              </a:ext>
            </a:extLst>
          </p:cNvPr>
          <p:cNvGrpSpPr/>
          <p:nvPr/>
        </p:nvGrpSpPr>
        <p:grpSpPr>
          <a:xfrm>
            <a:off x="4292601" y="2291625"/>
            <a:ext cx="1238249" cy="476024"/>
            <a:chOff x="4286251" y="2892624"/>
            <a:chExt cx="1485900" cy="476025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71FB0B2-0EC8-93A1-E51E-6D5B250CF2FF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ln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 cell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2" name="Connector: Curved 31">
              <a:extLst>
                <a:ext uri="{FF2B5EF4-FFF2-40B4-BE49-F238E27FC236}">
                  <a16:creationId xmlns:a16="http://schemas.microsoft.com/office/drawing/2014/main" id="{68649DCD-4130-E923-CE12-D599CE69AFA5}"/>
                </a:ext>
              </a:extLst>
            </p:cNvPr>
            <p:cNvCxnSpPr>
              <a:cxnSpLocks/>
              <a:stCxn id="31" idx="7"/>
              <a:endCxn id="31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ln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CC6B7CB-7E26-B365-A56A-D5BB3A9DAD89}"/>
              </a:ext>
            </a:extLst>
          </p:cNvPr>
          <p:cNvGrpSpPr/>
          <p:nvPr/>
        </p:nvGrpSpPr>
        <p:grpSpPr>
          <a:xfrm>
            <a:off x="4292600" y="3173275"/>
            <a:ext cx="1238249" cy="476024"/>
            <a:chOff x="4286251" y="2892624"/>
            <a:chExt cx="1485900" cy="476025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928D8605-AB52-3F2E-30E6-9A11882838C1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ln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 cell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" name="Connector: Curved 34">
              <a:extLst>
                <a:ext uri="{FF2B5EF4-FFF2-40B4-BE49-F238E27FC236}">
                  <a16:creationId xmlns:a16="http://schemas.microsoft.com/office/drawing/2014/main" id="{7AC3AB38-7319-E574-9A42-608C755ED37B}"/>
                </a:ext>
              </a:extLst>
            </p:cNvPr>
            <p:cNvCxnSpPr>
              <a:cxnSpLocks/>
              <a:stCxn id="34" idx="7"/>
              <a:endCxn id="34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ln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1C63A47-879F-CC87-8F26-D526611892A0}"/>
              </a:ext>
            </a:extLst>
          </p:cNvPr>
          <p:cNvGrpSpPr/>
          <p:nvPr/>
        </p:nvGrpSpPr>
        <p:grpSpPr>
          <a:xfrm>
            <a:off x="4292600" y="4908639"/>
            <a:ext cx="1238249" cy="476024"/>
            <a:chOff x="4286251" y="2892624"/>
            <a:chExt cx="1485900" cy="476025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A07E6809-054F-F525-2085-D5CC2ABAD3AD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ln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 cell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8" name="Connector: Curved 37">
              <a:extLst>
                <a:ext uri="{FF2B5EF4-FFF2-40B4-BE49-F238E27FC236}">
                  <a16:creationId xmlns:a16="http://schemas.microsoft.com/office/drawing/2014/main" id="{FBA19348-B9C8-7D46-9D54-2A76B7DFAEEC}"/>
                </a:ext>
              </a:extLst>
            </p:cNvPr>
            <p:cNvCxnSpPr>
              <a:cxnSpLocks/>
              <a:stCxn id="37" idx="7"/>
              <a:endCxn id="37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ln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E8FC4AB-524F-2349-DFF2-0284CFE62E8D}"/>
              </a:ext>
            </a:extLst>
          </p:cNvPr>
          <p:cNvGrpSpPr/>
          <p:nvPr/>
        </p:nvGrpSpPr>
        <p:grpSpPr>
          <a:xfrm>
            <a:off x="6096001" y="1409975"/>
            <a:ext cx="1238249" cy="476024"/>
            <a:chOff x="4286251" y="2892624"/>
            <a:chExt cx="1485900" cy="476025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74A701A-3A83-672B-CA74-01C622C5CE61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ln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 cell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1" name="Connector: Curved 40">
              <a:extLst>
                <a:ext uri="{FF2B5EF4-FFF2-40B4-BE49-F238E27FC236}">
                  <a16:creationId xmlns:a16="http://schemas.microsoft.com/office/drawing/2014/main" id="{967979F9-9284-CF6B-2715-72A0AD4C7DF3}"/>
                </a:ext>
              </a:extLst>
            </p:cNvPr>
            <p:cNvCxnSpPr>
              <a:cxnSpLocks/>
              <a:stCxn id="40" idx="7"/>
              <a:endCxn id="40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ln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D1A6185-2F2F-5C8C-923D-262B76555786}"/>
              </a:ext>
            </a:extLst>
          </p:cNvPr>
          <p:cNvGrpSpPr/>
          <p:nvPr/>
        </p:nvGrpSpPr>
        <p:grpSpPr>
          <a:xfrm>
            <a:off x="6096001" y="2291625"/>
            <a:ext cx="1238249" cy="476024"/>
            <a:chOff x="4286251" y="2892624"/>
            <a:chExt cx="1485900" cy="476025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32FE6DCF-36D1-154A-F314-1D3C99B37059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ln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 cell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4" name="Connector: Curved 43">
              <a:extLst>
                <a:ext uri="{FF2B5EF4-FFF2-40B4-BE49-F238E27FC236}">
                  <a16:creationId xmlns:a16="http://schemas.microsoft.com/office/drawing/2014/main" id="{2EE20394-DFEB-FE22-B3E8-B889DC53548A}"/>
                </a:ext>
              </a:extLst>
            </p:cNvPr>
            <p:cNvCxnSpPr>
              <a:cxnSpLocks/>
              <a:stCxn id="43" idx="7"/>
              <a:endCxn id="43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ln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6075F21-E1A8-BE89-5219-976044DE5486}"/>
              </a:ext>
            </a:extLst>
          </p:cNvPr>
          <p:cNvGrpSpPr/>
          <p:nvPr/>
        </p:nvGrpSpPr>
        <p:grpSpPr>
          <a:xfrm>
            <a:off x="6096000" y="3173275"/>
            <a:ext cx="1238249" cy="476024"/>
            <a:chOff x="4286251" y="2892624"/>
            <a:chExt cx="1485900" cy="476025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D41B245C-ADC0-D905-F332-F4A190D3749B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ln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 cell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7" name="Connector: Curved 46">
              <a:extLst>
                <a:ext uri="{FF2B5EF4-FFF2-40B4-BE49-F238E27FC236}">
                  <a16:creationId xmlns:a16="http://schemas.microsoft.com/office/drawing/2014/main" id="{51935139-1D8E-03BB-8C90-3F4FF40B4CBB}"/>
                </a:ext>
              </a:extLst>
            </p:cNvPr>
            <p:cNvCxnSpPr>
              <a:cxnSpLocks/>
              <a:stCxn id="46" idx="7"/>
              <a:endCxn id="46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ln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28BE9C0-4F9C-F982-8659-C558C3BEAA85}"/>
              </a:ext>
            </a:extLst>
          </p:cNvPr>
          <p:cNvGrpSpPr/>
          <p:nvPr/>
        </p:nvGrpSpPr>
        <p:grpSpPr>
          <a:xfrm>
            <a:off x="6096000" y="4908639"/>
            <a:ext cx="1238249" cy="476024"/>
            <a:chOff x="4286251" y="2892624"/>
            <a:chExt cx="1485900" cy="476025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538836BE-3E0E-18F3-F373-80591C960BE7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ln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 cell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0" name="Connector: Curved 49">
              <a:extLst>
                <a:ext uri="{FF2B5EF4-FFF2-40B4-BE49-F238E27FC236}">
                  <a16:creationId xmlns:a16="http://schemas.microsoft.com/office/drawing/2014/main" id="{E5B73329-AACD-F6EC-206E-BE59DEE522D0}"/>
                </a:ext>
              </a:extLst>
            </p:cNvPr>
            <p:cNvCxnSpPr>
              <a:cxnSpLocks/>
              <a:stCxn id="49" idx="7"/>
              <a:endCxn id="49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ln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1EDDF71-A970-D59F-5B51-18E30DDC146C}"/>
              </a:ext>
            </a:extLst>
          </p:cNvPr>
          <p:cNvCxnSpPr>
            <a:stCxn id="6" idx="6"/>
            <a:endCxn id="28" idx="2"/>
          </p:cNvCxnSpPr>
          <p:nvPr/>
        </p:nvCxnSpPr>
        <p:spPr>
          <a:xfrm flipV="1">
            <a:off x="3032250" y="1647987"/>
            <a:ext cx="1260351" cy="4186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E80DD95-6A55-59F6-13D5-C1FCD10B615C}"/>
              </a:ext>
            </a:extLst>
          </p:cNvPr>
          <p:cNvCxnSpPr>
            <a:stCxn id="6" idx="6"/>
            <a:endCxn id="31" idx="2"/>
          </p:cNvCxnSpPr>
          <p:nvPr/>
        </p:nvCxnSpPr>
        <p:spPr>
          <a:xfrm>
            <a:off x="3032250" y="2066625"/>
            <a:ext cx="1260351" cy="4630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D900266-1967-C379-A955-264588E5F7CE}"/>
              </a:ext>
            </a:extLst>
          </p:cNvPr>
          <p:cNvCxnSpPr>
            <a:stCxn id="6" idx="6"/>
            <a:endCxn id="34" idx="2"/>
          </p:cNvCxnSpPr>
          <p:nvPr/>
        </p:nvCxnSpPr>
        <p:spPr>
          <a:xfrm>
            <a:off x="3032250" y="2066625"/>
            <a:ext cx="1260350" cy="13446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821BD7E-E64C-B96B-8DC7-34FF035DD3B9}"/>
              </a:ext>
            </a:extLst>
          </p:cNvPr>
          <p:cNvCxnSpPr>
            <a:stCxn id="6" idx="6"/>
            <a:endCxn id="37" idx="2"/>
          </p:cNvCxnSpPr>
          <p:nvPr/>
        </p:nvCxnSpPr>
        <p:spPr>
          <a:xfrm>
            <a:off x="3032250" y="2066625"/>
            <a:ext cx="1260350" cy="30800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07638E1-01EA-A69D-4D87-50392FC0076F}"/>
              </a:ext>
            </a:extLst>
          </p:cNvPr>
          <p:cNvCxnSpPr>
            <a:stCxn id="7" idx="6"/>
            <a:endCxn id="28" idx="2"/>
          </p:cNvCxnSpPr>
          <p:nvPr/>
        </p:nvCxnSpPr>
        <p:spPr>
          <a:xfrm flipV="1">
            <a:off x="3032250" y="1647987"/>
            <a:ext cx="1260351" cy="10912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113C9DD-4083-74D6-2CDF-0B9C68BF4596}"/>
              </a:ext>
            </a:extLst>
          </p:cNvPr>
          <p:cNvCxnSpPr>
            <a:stCxn id="7" idx="6"/>
            <a:endCxn id="31" idx="2"/>
          </p:cNvCxnSpPr>
          <p:nvPr/>
        </p:nvCxnSpPr>
        <p:spPr>
          <a:xfrm flipV="1">
            <a:off x="3032250" y="2529637"/>
            <a:ext cx="1260351" cy="209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ADFE6FC-70D4-A646-7A1A-03354E47F26B}"/>
              </a:ext>
            </a:extLst>
          </p:cNvPr>
          <p:cNvCxnSpPr>
            <a:stCxn id="7" idx="6"/>
            <a:endCxn id="34" idx="2"/>
          </p:cNvCxnSpPr>
          <p:nvPr/>
        </p:nvCxnSpPr>
        <p:spPr>
          <a:xfrm>
            <a:off x="3032250" y="2739225"/>
            <a:ext cx="1260350" cy="6720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B3C31ACE-AE2F-F3BD-90B0-38F01E4C36B3}"/>
              </a:ext>
            </a:extLst>
          </p:cNvPr>
          <p:cNvCxnSpPr>
            <a:stCxn id="7" idx="6"/>
            <a:endCxn id="37" idx="2"/>
          </p:cNvCxnSpPr>
          <p:nvPr/>
        </p:nvCxnSpPr>
        <p:spPr>
          <a:xfrm>
            <a:off x="3032250" y="2739225"/>
            <a:ext cx="1260350" cy="24074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9DA78A32-267D-CF6B-4646-91A1E808622D}"/>
              </a:ext>
            </a:extLst>
          </p:cNvPr>
          <p:cNvCxnSpPr>
            <a:stCxn id="8" idx="6"/>
            <a:endCxn id="28" idx="2"/>
          </p:cNvCxnSpPr>
          <p:nvPr/>
        </p:nvCxnSpPr>
        <p:spPr>
          <a:xfrm flipV="1">
            <a:off x="3032250" y="1647987"/>
            <a:ext cx="1260351" cy="17638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ED8E585-DA92-8ABA-CBA3-491D42AA9052}"/>
              </a:ext>
            </a:extLst>
          </p:cNvPr>
          <p:cNvCxnSpPr>
            <a:stCxn id="8" idx="6"/>
            <a:endCxn id="31" idx="2"/>
          </p:cNvCxnSpPr>
          <p:nvPr/>
        </p:nvCxnSpPr>
        <p:spPr>
          <a:xfrm flipV="1">
            <a:off x="3032250" y="2529637"/>
            <a:ext cx="1260351" cy="8821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7914C30A-AB4E-A379-D403-C70C506B4D2E}"/>
              </a:ext>
            </a:extLst>
          </p:cNvPr>
          <p:cNvCxnSpPr>
            <a:stCxn id="8" idx="6"/>
            <a:endCxn id="34" idx="2"/>
          </p:cNvCxnSpPr>
          <p:nvPr/>
        </p:nvCxnSpPr>
        <p:spPr>
          <a:xfrm flipV="1">
            <a:off x="3032250" y="3411287"/>
            <a:ext cx="1260350" cy="5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E4AB0D0-6B8B-EFE6-3DDE-83DEC01D7DDE}"/>
              </a:ext>
            </a:extLst>
          </p:cNvPr>
          <p:cNvCxnSpPr>
            <a:stCxn id="8" idx="6"/>
            <a:endCxn id="37" idx="2"/>
          </p:cNvCxnSpPr>
          <p:nvPr/>
        </p:nvCxnSpPr>
        <p:spPr>
          <a:xfrm>
            <a:off x="3032250" y="3411825"/>
            <a:ext cx="1260350" cy="17348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5FD7505B-DD1C-89C9-21A8-6C6703AD945E}"/>
              </a:ext>
            </a:extLst>
          </p:cNvPr>
          <p:cNvCxnSpPr>
            <a:stCxn id="9" idx="6"/>
            <a:endCxn id="28" idx="2"/>
          </p:cNvCxnSpPr>
          <p:nvPr/>
        </p:nvCxnSpPr>
        <p:spPr>
          <a:xfrm flipV="1">
            <a:off x="3032250" y="1647987"/>
            <a:ext cx="1260351" cy="24364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780BF4CA-B87A-CC53-BEC8-3760F2FBAE9E}"/>
              </a:ext>
            </a:extLst>
          </p:cNvPr>
          <p:cNvCxnSpPr>
            <a:stCxn id="9" idx="6"/>
            <a:endCxn id="31" idx="2"/>
          </p:cNvCxnSpPr>
          <p:nvPr/>
        </p:nvCxnSpPr>
        <p:spPr>
          <a:xfrm flipV="1">
            <a:off x="3032250" y="2529637"/>
            <a:ext cx="1260351" cy="15547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B60423E8-3F2E-98EC-79F8-39831F29D451}"/>
              </a:ext>
            </a:extLst>
          </p:cNvPr>
          <p:cNvCxnSpPr>
            <a:stCxn id="9" idx="6"/>
            <a:endCxn id="34" idx="2"/>
          </p:cNvCxnSpPr>
          <p:nvPr/>
        </p:nvCxnSpPr>
        <p:spPr>
          <a:xfrm flipV="1">
            <a:off x="3032250" y="3411287"/>
            <a:ext cx="1260350" cy="6731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629D96F9-054E-56BA-7070-9741010C1480}"/>
              </a:ext>
            </a:extLst>
          </p:cNvPr>
          <p:cNvCxnSpPr>
            <a:stCxn id="9" idx="6"/>
            <a:endCxn id="37" idx="2"/>
          </p:cNvCxnSpPr>
          <p:nvPr/>
        </p:nvCxnSpPr>
        <p:spPr>
          <a:xfrm>
            <a:off x="3032250" y="4084425"/>
            <a:ext cx="1260350" cy="10622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45A5DB2F-26B3-03B7-04DE-05797C5237B8}"/>
              </a:ext>
            </a:extLst>
          </p:cNvPr>
          <p:cNvCxnSpPr>
            <a:stCxn id="28" idx="6"/>
            <a:endCxn id="40" idx="2"/>
          </p:cNvCxnSpPr>
          <p:nvPr/>
        </p:nvCxnSpPr>
        <p:spPr>
          <a:xfrm>
            <a:off x="5530850" y="1647987"/>
            <a:ext cx="5651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346B1924-AD16-F29E-57A9-649966A367C0}"/>
              </a:ext>
            </a:extLst>
          </p:cNvPr>
          <p:cNvCxnSpPr>
            <a:stCxn id="28" idx="6"/>
            <a:endCxn id="43" idx="2"/>
          </p:cNvCxnSpPr>
          <p:nvPr/>
        </p:nvCxnSpPr>
        <p:spPr>
          <a:xfrm>
            <a:off x="5530850" y="1647987"/>
            <a:ext cx="565151" cy="8816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DCBE805-CEC8-8D10-490E-A76AF1E6DAB3}"/>
              </a:ext>
            </a:extLst>
          </p:cNvPr>
          <p:cNvCxnSpPr>
            <a:stCxn id="28" idx="6"/>
            <a:endCxn id="46" idx="2"/>
          </p:cNvCxnSpPr>
          <p:nvPr/>
        </p:nvCxnSpPr>
        <p:spPr>
          <a:xfrm>
            <a:off x="5530850" y="1647987"/>
            <a:ext cx="565150" cy="17633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DA8E454-41EA-0BBF-932B-293630C695B7}"/>
              </a:ext>
            </a:extLst>
          </p:cNvPr>
          <p:cNvCxnSpPr>
            <a:stCxn id="28" idx="6"/>
            <a:endCxn id="49" idx="2"/>
          </p:cNvCxnSpPr>
          <p:nvPr/>
        </p:nvCxnSpPr>
        <p:spPr>
          <a:xfrm>
            <a:off x="5530850" y="1647987"/>
            <a:ext cx="565150" cy="34986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0B16A33-CCB3-D5B8-CAAB-1FCC8D5C9977}"/>
              </a:ext>
            </a:extLst>
          </p:cNvPr>
          <p:cNvCxnSpPr>
            <a:stCxn id="31" idx="6"/>
            <a:endCxn id="40" idx="2"/>
          </p:cNvCxnSpPr>
          <p:nvPr/>
        </p:nvCxnSpPr>
        <p:spPr>
          <a:xfrm flipV="1">
            <a:off x="5530850" y="1647987"/>
            <a:ext cx="565151" cy="8816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FD46A37D-1915-28BF-6E6A-6D7008E5FFCC}"/>
              </a:ext>
            </a:extLst>
          </p:cNvPr>
          <p:cNvCxnSpPr>
            <a:stCxn id="31" idx="6"/>
            <a:endCxn id="43" idx="2"/>
          </p:cNvCxnSpPr>
          <p:nvPr/>
        </p:nvCxnSpPr>
        <p:spPr>
          <a:xfrm>
            <a:off x="5530850" y="2529637"/>
            <a:ext cx="5651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6B9AD10-682D-C186-92FC-AD3764E87EE0}"/>
              </a:ext>
            </a:extLst>
          </p:cNvPr>
          <p:cNvCxnSpPr>
            <a:stCxn id="31" idx="6"/>
            <a:endCxn id="46" idx="2"/>
          </p:cNvCxnSpPr>
          <p:nvPr/>
        </p:nvCxnSpPr>
        <p:spPr>
          <a:xfrm>
            <a:off x="5530850" y="2529637"/>
            <a:ext cx="565150" cy="8816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8F4A2D84-E13B-DA2B-AD79-C56A20A6F325}"/>
              </a:ext>
            </a:extLst>
          </p:cNvPr>
          <p:cNvCxnSpPr>
            <a:stCxn id="31" idx="6"/>
            <a:endCxn id="49" idx="2"/>
          </p:cNvCxnSpPr>
          <p:nvPr/>
        </p:nvCxnSpPr>
        <p:spPr>
          <a:xfrm>
            <a:off x="5530850" y="2529637"/>
            <a:ext cx="565150" cy="26170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E3357AE8-1596-F25A-ECDD-67316361CA95}"/>
              </a:ext>
            </a:extLst>
          </p:cNvPr>
          <p:cNvCxnSpPr>
            <a:stCxn id="34" idx="6"/>
            <a:endCxn id="40" idx="2"/>
          </p:cNvCxnSpPr>
          <p:nvPr/>
        </p:nvCxnSpPr>
        <p:spPr>
          <a:xfrm flipV="1">
            <a:off x="5530849" y="1647987"/>
            <a:ext cx="565152" cy="17633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6FA7E98C-5D56-B985-1E9C-F799F34959A7}"/>
              </a:ext>
            </a:extLst>
          </p:cNvPr>
          <p:cNvCxnSpPr>
            <a:stCxn id="34" idx="6"/>
            <a:endCxn id="43" idx="2"/>
          </p:cNvCxnSpPr>
          <p:nvPr/>
        </p:nvCxnSpPr>
        <p:spPr>
          <a:xfrm flipV="1">
            <a:off x="5530849" y="2529637"/>
            <a:ext cx="565152" cy="8816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1957E91E-9186-5E89-CAB6-ED5A1A839398}"/>
              </a:ext>
            </a:extLst>
          </p:cNvPr>
          <p:cNvCxnSpPr>
            <a:stCxn id="34" idx="6"/>
            <a:endCxn id="46" idx="2"/>
          </p:cNvCxnSpPr>
          <p:nvPr/>
        </p:nvCxnSpPr>
        <p:spPr>
          <a:xfrm>
            <a:off x="5530849" y="3411287"/>
            <a:ext cx="5651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452E9F8A-CDA7-1B58-B73F-CA6CD089E951}"/>
              </a:ext>
            </a:extLst>
          </p:cNvPr>
          <p:cNvCxnSpPr>
            <a:stCxn id="34" idx="6"/>
            <a:endCxn id="49" idx="2"/>
          </p:cNvCxnSpPr>
          <p:nvPr/>
        </p:nvCxnSpPr>
        <p:spPr>
          <a:xfrm>
            <a:off x="5530849" y="3411287"/>
            <a:ext cx="565151" cy="17353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6087B1A3-280B-53E5-D474-268CF982BE5B}"/>
              </a:ext>
            </a:extLst>
          </p:cNvPr>
          <p:cNvCxnSpPr>
            <a:stCxn id="37" idx="6"/>
            <a:endCxn id="40" idx="2"/>
          </p:cNvCxnSpPr>
          <p:nvPr/>
        </p:nvCxnSpPr>
        <p:spPr>
          <a:xfrm flipV="1">
            <a:off x="5530849" y="1647987"/>
            <a:ext cx="565152" cy="34986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8F7B9871-3103-7EFC-40C2-93DFE687D1AB}"/>
              </a:ext>
            </a:extLst>
          </p:cNvPr>
          <p:cNvCxnSpPr>
            <a:stCxn id="37" idx="6"/>
            <a:endCxn id="43" idx="2"/>
          </p:cNvCxnSpPr>
          <p:nvPr/>
        </p:nvCxnSpPr>
        <p:spPr>
          <a:xfrm flipV="1">
            <a:off x="5530849" y="2529637"/>
            <a:ext cx="565152" cy="26170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994E7190-B38A-3594-D021-D8A80A1EC230}"/>
              </a:ext>
            </a:extLst>
          </p:cNvPr>
          <p:cNvCxnSpPr>
            <a:stCxn id="37" idx="6"/>
            <a:endCxn id="46" idx="2"/>
          </p:cNvCxnSpPr>
          <p:nvPr/>
        </p:nvCxnSpPr>
        <p:spPr>
          <a:xfrm flipV="1">
            <a:off x="5530849" y="3411287"/>
            <a:ext cx="565151" cy="17353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AD997895-6F9A-C282-892F-697F9D63CD39}"/>
              </a:ext>
            </a:extLst>
          </p:cNvPr>
          <p:cNvCxnSpPr>
            <a:stCxn id="37" idx="6"/>
            <a:endCxn id="49" idx="2"/>
          </p:cNvCxnSpPr>
          <p:nvPr/>
        </p:nvCxnSpPr>
        <p:spPr>
          <a:xfrm>
            <a:off x="5530849" y="5146651"/>
            <a:ext cx="5651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7F01E624-0AA3-7BD5-0C4E-8986978BC9D0}"/>
              </a:ext>
            </a:extLst>
          </p:cNvPr>
          <p:cNvSpPr/>
          <p:nvPr/>
        </p:nvSpPr>
        <p:spPr>
          <a:xfrm>
            <a:off x="8391525" y="2731206"/>
            <a:ext cx="270000" cy="27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DED53147-3C0F-EC3A-77FE-0970EDB96EBF}"/>
              </a:ext>
            </a:extLst>
          </p:cNvPr>
          <p:cNvCxnSpPr>
            <a:stCxn id="40" idx="6"/>
            <a:endCxn id="115" idx="2"/>
          </p:cNvCxnSpPr>
          <p:nvPr/>
        </p:nvCxnSpPr>
        <p:spPr>
          <a:xfrm>
            <a:off x="7334250" y="1647987"/>
            <a:ext cx="1057275" cy="12182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B36E026F-30B6-6A09-EC5F-6AB713A715D5}"/>
              </a:ext>
            </a:extLst>
          </p:cNvPr>
          <p:cNvCxnSpPr>
            <a:stCxn id="43" idx="6"/>
            <a:endCxn id="115" idx="2"/>
          </p:cNvCxnSpPr>
          <p:nvPr/>
        </p:nvCxnSpPr>
        <p:spPr>
          <a:xfrm>
            <a:off x="7334250" y="2529637"/>
            <a:ext cx="1057275" cy="3365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D790BC4-AA33-EE86-58A8-C52CA424D378}"/>
              </a:ext>
            </a:extLst>
          </p:cNvPr>
          <p:cNvCxnSpPr>
            <a:cxnSpLocks/>
            <a:endCxn id="115" idx="2"/>
          </p:cNvCxnSpPr>
          <p:nvPr/>
        </p:nvCxnSpPr>
        <p:spPr>
          <a:xfrm flipV="1">
            <a:off x="7334249" y="2866206"/>
            <a:ext cx="1057276" cy="5627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C39CC59C-FC75-E2BF-26F2-DDAABD1D0EE4}"/>
              </a:ext>
            </a:extLst>
          </p:cNvPr>
          <p:cNvCxnSpPr>
            <a:stCxn id="49" idx="6"/>
            <a:endCxn id="115" idx="2"/>
          </p:cNvCxnSpPr>
          <p:nvPr/>
        </p:nvCxnSpPr>
        <p:spPr>
          <a:xfrm flipV="1">
            <a:off x="7334249" y="2866206"/>
            <a:ext cx="1057276" cy="22804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0518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59E55-A080-894D-2A56-FF3CED8D1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880692D9-42BD-C1B0-C810-2E14E9F7241E}"/>
              </a:ext>
            </a:extLst>
          </p:cNvPr>
          <p:cNvSpPr/>
          <p:nvPr/>
        </p:nvSpPr>
        <p:spPr>
          <a:xfrm>
            <a:off x="2762252" y="2460240"/>
            <a:ext cx="72000" cy="72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C93DF9D-00F5-8D9A-40A4-105C5F895488}"/>
              </a:ext>
            </a:extLst>
          </p:cNvPr>
          <p:cNvSpPr/>
          <p:nvPr/>
        </p:nvSpPr>
        <p:spPr>
          <a:xfrm>
            <a:off x="2762252" y="3178349"/>
            <a:ext cx="72000" cy="72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8B8F96D-7898-B221-3712-3684A2232C79}"/>
              </a:ext>
            </a:extLst>
          </p:cNvPr>
          <p:cNvSpPr/>
          <p:nvPr/>
        </p:nvSpPr>
        <p:spPr>
          <a:xfrm>
            <a:off x="2762252" y="3899527"/>
            <a:ext cx="72000" cy="72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E7EE2F8-5829-4C15-DBA3-50ACED1A51AF}"/>
              </a:ext>
            </a:extLst>
          </p:cNvPr>
          <p:cNvSpPr/>
          <p:nvPr/>
        </p:nvSpPr>
        <p:spPr>
          <a:xfrm>
            <a:off x="2762252" y="4620829"/>
            <a:ext cx="72000" cy="72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B1AC3C4-411F-E245-8C4D-4F33447FFCC4}"/>
              </a:ext>
            </a:extLst>
          </p:cNvPr>
          <p:cNvGrpSpPr/>
          <p:nvPr/>
        </p:nvGrpSpPr>
        <p:grpSpPr>
          <a:xfrm>
            <a:off x="3859457" y="1879211"/>
            <a:ext cx="1238249" cy="476024"/>
            <a:chOff x="4286251" y="2892624"/>
            <a:chExt cx="1485900" cy="476025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F9C3360-3A27-39F1-956B-236DAF95B155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 cell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9" name="Connector: Curved 28">
              <a:extLst>
                <a:ext uri="{FF2B5EF4-FFF2-40B4-BE49-F238E27FC236}">
                  <a16:creationId xmlns:a16="http://schemas.microsoft.com/office/drawing/2014/main" id="{15247947-B8B6-7D10-04EA-99ECEFE777D9}"/>
                </a:ext>
              </a:extLst>
            </p:cNvPr>
            <p:cNvCxnSpPr>
              <a:cxnSpLocks/>
              <a:stCxn id="28" idx="7"/>
              <a:endCxn id="28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DC3B70A-9E4C-AE36-E5D6-24E2CF16EDDB}"/>
              </a:ext>
            </a:extLst>
          </p:cNvPr>
          <p:cNvGrpSpPr/>
          <p:nvPr/>
        </p:nvGrpSpPr>
        <p:grpSpPr>
          <a:xfrm>
            <a:off x="3859457" y="2760861"/>
            <a:ext cx="1238249" cy="476024"/>
            <a:chOff x="4286251" y="2892624"/>
            <a:chExt cx="1485900" cy="476025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9762BF3-0194-AEA5-6F82-179E01371B7E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 cell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2" name="Connector: Curved 31">
              <a:extLst>
                <a:ext uri="{FF2B5EF4-FFF2-40B4-BE49-F238E27FC236}">
                  <a16:creationId xmlns:a16="http://schemas.microsoft.com/office/drawing/2014/main" id="{B2B3C69B-CFE8-1171-870B-9A21FD0D5D61}"/>
                </a:ext>
              </a:extLst>
            </p:cNvPr>
            <p:cNvCxnSpPr>
              <a:cxnSpLocks/>
              <a:stCxn id="31" idx="7"/>
              <a:endCxn id="31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5A5CC56-E01A-20D4-916D-B64BC01109DA}"/>
              </a:ext>
            </a:extLst>
          </p:cNvPr>
          <p:cNvGrpSpPr/>
          <p:nvPr/>
        </p:nvGrpSpPr>
        <p:grpSpPr>
          <a:xfrm>
            <a:off x="3859456" y="3642511"/>
            <a:ext cx="1238249" cy="476024"/>
            <a:chOff x="4286251" y="2892624"/>
            <a:chExt cx="1485900" cy="476025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65A01C9-C8A8-17BF-40A0-EB1E3D62B4BA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 cell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" name="Connector: Curved 34">
              <a:extLst>
                <a:ext uri="{FF2B5EF4-FFF2-40B4-BE49-F238E27FC236}">
                  <a16:creationId xmlns:a16="http://schemas.microsoft.com/office/drawing/2014/main" id="{55F67B22-259F-31B7-6C60-17BF846AB2FE}"/>
                </a:ext>
              </a:extLst>
            </p:cNvPr>
            <p:cNvCxnSpPr>
              <a:cxnSpLocks/>
              <a:stCxn id="34" idx="7"/>
              <a:endCxn id="34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DCBC8A8-4087-4F38-AB7D-5F7760B1BB9D}"/>
              </a:ext>
            </a:extLst>
          </p:cNvPr>
          <p:cNvGrpSpPr/>
          <p:nvPr/>
        </p:nvGrpSpPr>
        <p:grpSpPr>
          <a:xfrm>
            <a:off x="3859456" y="4825425"/>
            <a:ext cx="1238249" cy="476024"/>
            <a:chOff x="4286251" y="2892624"/>
            <a:chExt cx="1485900" cy="476025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C81F76A-546F-5EE2-114B-6EB518FBB706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 cell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8" name="Connector: Curved 37">
              <a:extLst>
                <a:ext uri="{FF2B5EF4-FFF2-40B4-BE49-F238E27FC236}">
                  <a16:creationId xmlns:a16="http://schemas.microsoft.com/office/drawing/2014/main" id="{AB0FF41E-1614-2B1B-AAF5-58F7328761A0}"/>
                </a:ext>
              </a:extLst>
            </p:cNvPr>
            <p:cNvCxnSpPr>
              <a:cxnSpLocks/>
              <a:stCxn id="37" idx="7"/>
              <a:endCxn id="37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8664EE3-E9CB-BBC8-33FA-533EAF584507}"/>
              </a:ext>
            </a:extLst>
          </p:cNvPr>
          <p:cNvGrpSpPr/>
          <p:nvPr/>
        </p:nvGrpSpPr>
        <p:grpSpPr>
          <a:xfrm>
            <a:off x="5662857" y="1879211"/>
            <a:ext cx="1238249" cy="476024"/>
            <a:chOff x="4286251" y="2892624"/>
            <a:chExt cx="1485900" cy="476025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FFD01E3C-E44B-252D-2891-2BECFDC23ADC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 cell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1" name="Connector: Curved 40">
              <a:extLst>
                <a:ext uri="{FF2B5EF4-FFF2-40B4-BE49-F238E27FC236}">
                  <a16:creationId xmlns:a16="http://schemas.microsoft.com/office/drawing/2014/main" id="{0E82D3F2-076C-26DD-42BA-3AECDE050EE1}"/>
                </a:ext>
              </a:extLst>
            </p:cNvPr>
            <p:cNvCxnSpPr>
              <a:cxnSpLocks/>
              <a:stCxn id="40" idx="7"/>
              <a:endCxn id="40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D4BB016-E03E-B6D3-16C0-035C4F1410E1}"/>
              </a:ext>
            </a:extLst>
          </p:cNvPr>
          <p:cNvGrpSpPr/>
          <p:nvPr/>
        </p:nvGrpSpPr>
        <p:grpSpPr>
          <a:xfrm>
            <a:off x="5662857" y="2760861"/>
            <a:ext cx="1238249" cy="476024"/>
            <a:chOff x="4286251" y="2892624"/>
            <a:chExt cx="1485900" cy="476025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9BE877AD-6A36-9322-DA95-B25AF4063AC4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 cell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4" name="Connector: Curved 43">
              <a:extLst>
                <a:ext uri="{FF2B5EF4-FFF2-40B4-BE49-F238E27FC236}">
                  <a16:creationId xmlns:a16="http://schemas.microsoft.com/office/drawing/2014/main" id="{3F9ADBCC-B952-C59A-5F75-FEC94752D54A}"/>
                </a:ext>
              </a:extLst>
            </p:cNvPr>
            <p:cNvCxnSpPr>
              <a:cxnSpLocks/>
              <a:stCxn id="43" idx="7"/>
              <a:endCxn id="43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BA20E3B-9650-912D-678B-8C68BF71FE0F}"/>
              </a:ext>
            </a:extLst>
          </p:cNvPr>
          <p:cNvGrpSpPr/>
          <p:nvPr/>
        </p:nvGrpSpPr>
        <p:grpSpPr>
          <a:xfrm>
            <a:off x="5662856" y="3642511"/>
            <a:ext cx="1238249" cy="476024"/>
            <a:chOff x="4286251" y="2892624"/>
            <a:chExt cx="1485900" cy="476025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865C2AB-21DE-E8C4-2AEA-48E180A39B32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 cell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7" name="Connector: Curved 46">
              <a:extLst>
                <a:ext uri="{FF2B5EF4-FFF2-40B4-BE49-F238E27FC236}">
                  <a16:creationId xmlns:a16="http://schemas.microsoft.com/office/drawing/2014/main" id="{ECAF3965-2EB3-1A6F-A2DD-FA44A654ECFF}"/>
                </a:ext>
              </a:extLst>
            </p:cNvPr>
            <p:cNvCxnSpPr>
              <a:cxnSpLocks/>
              <a:stCxn id="46" idx="7"/>
              <a:endCxn id="46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F849AE4-CCBF-6E10-6224-8DBEFA8CC52C}"/>
              </a:ext>
            </a:extLst>
          </p:cNvPr>
          <p:cNvGrpSpPr/>
          <p:nvPr/>
        </p:nvGrpSpPr>
        <p:grpSpPr>
          <a:xfrm>
            <a:off x="5662856" y="4825425"/>
            <a:ext cx="1238249" cy="476024"/>
            <a:chOff x="4286251" y="2892624"/>
            <a:chExt cx="1485900" cy="476025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5F7F7D3-BD51-AC8C-FDF4-51F46BA8DB6E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 cell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0" name="Connector: Curved 49">
              <a:extLst>
                <a:ext uri="{FF2B5EF4-FFF2-40B4-BE49-F238E27FC236}">
                  <a16:creationId xmlns:a16="http://schemas.microsoft.com/office/drawing/2014/main" id="{B6855137-94E9-7B23-17D8-03A389564728}"/>
                </a:ext>
              </a:extLst>
            </p:cNvPr>
            <p:cNvCxnSpPr>
              <a:cxnSpLocks/>
              <a:stCxn id="49" idx="7"/>
              <a:endCxn id="49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DBC77AA-193B-8A6B-062C-C23A0745FFFD}"/>
              </a:ext>
            </a:extLst>
          </p:cNvPr>
          <p:cNvCxnSpPr>
            <a:stCxn id="6" idx="6"/>
            <a:endCxn id="28" idx="2"/>
          </p:cNvCxnSpPr>
          <p:nvPr/>
        </p:nvCxnSpPr>
        <p:spPr>
          <a:xfrm flipV="1">
            <a:off x="2834252" y="2117223"/>
            <a:ext cx="1025205" cy="3790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7EA9AF5-0967-3209-F3A1-60058FDBAC70}"/>
              </a:ext>
            </a:extLst>
          </p:cNvPr>
          <p:cNvCxnSpPr>
            <a:stCxn id="6" idx="6"/>
            <a:endCxn id="31" idx="2"/>
          </p:cNvCxnSpPr>
          <p:nvPr/>
        </p:nvCxnSpPr>
        <p:spPr>
          <a:xfrm>
            <a:off x="2834252" y="2496240"/>
            <a:ext cx="1025205" cy="5026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A28B5F5-3C0B-919D-4BAD-49738FE5F666}"/>
              </a:ext>
            </a:extLst>
          </p:cNvPr>
          <p:cNvCxnSpPr>
            <a:stCxn id="6" idx="6"/>
            <a:endCxn id="34" idx="2"/>
          </p:cNvCxnSpPr>
          <p:nvPr/>
        </p:nvCxnSpPr>
        <p:spPr>
          <a:xfrm>
            <a:off x="2834252" y="2496240"/>
            <a:ext cx="1025204" cy="13842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937681C-C9C8-5D0E-4338-FC96BCE3B74C}"/>
              </a:ext>
            </a:extLst>
          </p:cNvPr>
          <p:cNvCxnSpPr>
            <a:stCxn id="6" idx="6"/>
            <a:endCxn id="37" idx="2"/>
          </p:cNvCxnSpPr>
          <p:nvPr/>
        </p:nvCxnSpPr>
        <p:spPr>
          <a:xfrm>
            <a:off x="2834252" y="2496240"/>
            <a:ext cx="1025204" cy="25671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EF89060-E7E4-566D-A31B-08F00520AB27}"/>
              </a:ext>
            </a:extLst>
          </p:cNvPr>
          <p:cNvCxnSpPr>
            <a:stCxn id="7" idx="6"/>
            <a:endCxn id="28" idx="2"/>
          </p:cNvCxnSpPr>
          <p:nvPr/>
        </p:nvCxnSpPr>
        <p:spPr>
          <a:xfrm flipV="1">
            <a:off x="2834252" y="2117223"/>
            <a:ext cx="1025205" cy="10971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E603D40-56CB-1BEE-4C52-7C955E5AC98E}"/>
              </a:ext>
            </a:extLst>
          </p:cNvPr>
          <p:cNvCxnSpPr>
            <a:stCxn id="7" idx="6"/>
            <a:endCxn id="31" idx="2"/>
          </p:cNvCxnSpPr>
          <p:nvPr/>
        </p:nvCxnSpPr>
        <p:spPr>
          <a:xfrm flipV="1">
            <a:off x="2834252" y="2998873"/>
            <a:ext cx="1025205" cy="2154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16271D0-ABB4-0199-FC51-11E29C562922}"/>
              </a:ext>
            </a:extLst>
          </p:cNvPr>
          <p:cNvCxnSpPr>
            <a:stCxn id="7" idx="6"/>
            <a:endCxn id="34" idx="2"/>
          </p:cNvCxnSpPr>
          <p:nvPr/>
        </p:nvCxnSpPr>
        <p:spPr>
          <a:xfrm>
            <a:off x="2834252" y="3214349"/>
            <a:ext cx="1025204" cy="6661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95944C9-78A6-AEAF-A424-8305B8CC32B4}"/>
              </a:ext>
            </a:extLst>
          </p:cNvPr>
          <p:cNvCxnSpPr>
            <a:stCxn id="7" idx="6"/>
            <a:endCxn id="37" idx="2"/>
          </p:cNvCxnSpPr>
          <p:nvPr/>
        </p:nvCxnSpPr>
        <p:spPr>
          <a:xfrm>
            <a:off x="2834252" y="3214349"/>
            <a:ext cx="1025204" cy="18490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2431F90-765E-4535-F1BC-87902B370E2B}"/>
              </a:ext>
            </a:extLst>
          </p:cNvPr>
          <p:cNvCxnSpPr>
            <a:stCxn id="8" idx="6"/>
            <a:endCxn id="28" idx="2"/>
          </p:cNvCxnSpPr>
          <p:nvPr/>
        </p:nvCxnSpPr>
        <p:spPr>
          <a:xfrm flipV="1">
            <a:off x="2834252" y="2117223"/>
            <a:ext cx="1025205" cy="18183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16ADBF4E-EA82-36B1-327D-8E8C5FAB4E94}"/>
              </a:ext>
            </a:extLst>
          </p:cNvPr>
          <p:cNvCxnSpPr>
            <a:stCxn id="8" idx="6"/>
            <a:endCxn id="31" idx="2"/>
          </p:cNvCxnSpPr>
          <p:nvPr/>
        </p:nvCxnSpPr>
        <p:spPr>
          <a:xfrm flipV="1">
            <a:off x="2834252" y="2998873"/>
            <a:ext cx="1025205" cy="9366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536C0396-103A-FBC4-EC7A-1326A74CA2B1}"/>
              </a:ext>
            </a:extLst>
          </p:cNvPr>
          <p:cNvCxnSpPr>
            <a:stCxn id="8" idx="6"/>
            <a:endCxn id="34" idx="2"/>
          </p:cNvCxnSpPr>
          <p:nvPr/>
        </p:nvCxnSpPr>
        <p:spPr>
          <a:xfrm flipV="1">
            <a:off x="2834252" y="3880523"/>
            <a:ext cx="1025204" cy="550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6A0F0CB-E9A7-FF2C-5125-2F01471A70D9}"/>
              </a:ext>
            </a:extLst>
          </p:cNvPr>
          <p:cNvCxnSpPr>
            <a:stCxn id="8" idx="6"/>
            <a:endCxn id="37" idx="2"/>
          </p:cNvCxnSpPr>
          <p:nvPr/>
        </p:nvCxnSpPr>
        <p:spPr>
          <a:xfrm>
            <a:off x="2834252" y="3935527"/>
            <a:ext cx="1025204" cy="11279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1ED51F3-06F0-65CE-1556-2CB86331B56F}"/>
              </a:ext>
            </a:extLst>
          </p:cNvPr>
          <p:cNvCxnSpPr>
            <a:stCxn id="9" idx="6"/>
            <a:endCxn id="28" idx="2"/>
          </p:cNvCxnSpPr>
          <p:nvPr/>
        </p:nvCxnSpPr>
        <p:spPr>
          <a:xfrm flipV="1">
            <a:off x="2834252" y="2117223"/>
            <a:ext cx="1025205" cy="25396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CC587AF-4CFB-2871-E546-341C386BFAB3}"/>
              </a:ext>
            </a:extLst>
          </p:cNvPr>
          <p:cNvCxnSpPr>
            <a:stCxn id="9" idx="6"/>
            <a:endCxn id="31" idx="2"/>
          </p:cNvCxnSpPr>
          <p:nvPr/>
        </p:nvCxnSpPr>
        <p:spPr>
          <a:xfrm flipV="1">
            <a:off x="2834252" y="2998873"/>
            <a:ext cx="1025205" cy="16579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147D8FBC-1746-3768-3AA6-EE08EA5C6324}"/>
              </a:ext>
            </a:extLst>
          </p:cNvPr>
          <p:cNvCxnSpPr>
            <a:stCxn id="9" idx="6"/>
            <a:endCxn id="34" idx="2"/>
          </p:cNvCxnSpPr>
          <p:nvPr/>
        </p:nvCxnSpPr>
        <p:spPr>
          <a:xfrm flipV="1">
            <a:off x="2834252" y="3880523"/>
            <a:ext cx="1025204" cy="7763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2E2AB0AF-5233-4F11-8F8D-52BC0EB56CF1}"/>
              </a:ext>
            </a:extLst>
          </p:cNvPr>
          <p:cNvCxnSpPr>
            <a:stCxn id="9" idx="6"/>
            <a:endCxn id="37" idx="2"/>
          </p:cNvCxnSpPr>
          <p:nvPr/>
        </p:nvCxnSpPr>
        <p:spPr>
          <a:xfrm>
            <a:off x="2834252" y="4656829"/>
            <a:ext cx="1025204" cy="4066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CF58EA2-7D42-1889-5C48-9B0199824863}"/>
              </a:ext>
            </a:extLst>
          </p:cNvPr>
          <p:cNvCxnSpPr>
            <a:stCxn id="28" idx="6"/>
            <a:endCxn id="40" idx="2"/>
          </p:cNvCxnSpPr>
          <p:nvPr/>
        </p:nvCxnSpPr>
        <p:spPr>
          <a:xfrm>
            <a:off x="5097706" y="2117223"/>
            <a:ext cx="5651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8CA0EDE9-9DF8-57EF-74DC-B414076EBB97}"/>
              </a:ext>
            </a:extLst>
          </p:cNvPr>
          <p:cNvCxnSpPr>
            <a:stCxn id="28" idx="6"/>
            <a:endCxn id="43" idx="2"/>
          </p:cNvCxnSpPr>
          <p:nvPr/>
        </p:nvCxnSpPr>
        <p:spPr>
          <a:xfrm>
            <a:off x="5097706" y="2117223"/>
            <a:ext cx="565151" cy="8816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F57D3CE0-F735-BD57-1533-58D8AE9B5E11}"/>
              </a:ext>
            </a:extLst>
          </p:cNvPr>
          <p:cNvCxnSpPr>
            <a:stCxn id="28" idx="6"/>
            <a:endCxn id="46" idx="2"/>
          </p:cNvCxnSpPr>
          <p:nvPr/>
        </p:nvCxnSpPr>
        <p:spPr>
          <a:xfrm>
            <a:off x="5097706" y="2117223"/>
            <a:ext cx="565150" cy="1763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1EC69502-76D2-7F86-A5B4-4EF80287492E}"/>
              </a:ext>
            </a:extLst>
          </p:cNvPr>
          <p:cNvCxnSpPr>
            <a:stCxn id="28" idx="6"/>
            <a:endCxn id="49" idx="2"/>
          </p:cNvCxnSpPr>
          <p:nvPr/>
        </p:nvCxnSpPr>
        <p:spPr>
          <a:xfrm>
            <a:off x="5097706" y="2117223"/>
            <a:ext cx="565150" cy="2946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E92EB2F9-FB41-4644-1B07-DC81B7B47B67}"/>
              </a:ext>
            </a:extLst>
          </p:cNvPr>
          <p:cNvCxnSpPr>
            <a:stCxn id="31" idx="6"/>
            <a:endCxn id="40" idx="2"/>
          </p:cNvCxnSpPr>
          <p:nvPr/>
        </p:nvCxnSpPr>
        <p:spPr>
          <a:xfrm flipV="1">
            <a:off x="5097706" y="2117223"/>
            <a:ext cx="565151" cy="8816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A3C205B7-6C0E-6B00-DADD-AB76616DC593}"/>
              </a:ext>
            </a:extLst>
          </p:cNvPr>
          <p:cNvCxnSpPr>
            <a:stCxn id="31" idx="6"/>
            <a:endCxn id="43" idx="2"/>
          </p:cNvCxnSpPr>
          <p:nvPr/>
        </p:nvCxnSpPr>
        <p:spPr>
          <a:xfrm>
            <a:off x="5097706" y="2998873"/>
            <a:ext cx="5651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440378E9-D0D0-15B7-86DB-A50A8B1EA9BD}"/>
              </a:ext>
            </a:extLst>
          </p:cNvPr>
          <p:cNvCxnSpPr>
            <a:stCxn id="31" idx="6"/>
            <a:endCxn id="46" idx="2"/>
          </p:cNvCxnSpPr>
          <p:nvPr/>
        </p:nvCxnSpPr>
        <p:spPr>
          <a:xfrm>
            <a:off x="5097706" y="2998873"/>
            <a:ext cx="565150" cy="8816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213C9958-825D-B6B1-C636-B2357BFE9532}"/>
              </a:ext>
            </a:extLst>
          </p:cNvPr>
          <p:cNvCxnSpPr>
            <a:stCxn id="31" idx="6"/>
            <a:endCxn id="49" idx="2"/>
          </p:cNvCxnSpPr>
          <p:nvPr/>
        </p:nvCxnSpPr>
        <p:spPr>
          <a:xfrm>
            <a:off x="5097706" y="2998873"/>
            <a:ext cx="565150" cy="20645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FD9FF771-DA91-541C-2853-CFB54F896B6B}"/>
              </a:ext>
            </a:extLst>
          </p:cNvPr>
          <p:cNvCxnSpPr>
            <a:stCxn id="34" idx="6"/>
            <a:endCxn id="40" idx="2"/>
          </p:cNvCxnSpPr>
          <p:nvPr/>
        </p:nvCxnSpPr>
        <p:spPr>
          <a:xfrm flipV="1">
            <a:off x="5097705" y="2117223"/>
            <a:ext cx="565152" cy="1763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2AF12931-9E61-E8F1-0D91-E741C138A0B1}"/>
              </a:ext>
            </a:extLst>
          </p:cNvPr>
          <p:cNvCxnSpPr>
            <a:stCxn id="34" idx="6"/>
            <a:endCxn id="43" idx="2"/>
          </p:cNvCxnSpPr>
          <p:nvPr/>
        </p:nvCxnSpPr>
        <p:spPr>
          <a:xfrm flipV="1">
            <a:off x="5097705" y="2998873"/>
            <a:ext cx="565152" cy="8816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ED04DE91-525F-26A1-651E-2B13C377A51C}"/>
              </a:ext>
            </a:extLst>
          </p:cNvPr>
          <p:cNvCxnSpPr>
            <a:stCxn id="34" idx="6"/>
            <a:endCxn id="46" idx="2"/>
          </p:cNvCxnSpPr>
          <p:nvPr/>
        </p:nvCxnSpPr>
        <p:spPr>
          <a:xfrm>
            <a:off x="5097705" y="3880523"/>
            <a:ext cx="5651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073FA06F-D0E1-9972-2ABB-78E7F06EDAF5}"/>
              </a:ext>
            </a:extLst>
          </p:cNvPr>
          <p:cNvCxnSpPr>
            <a:stCxn id="34" idx="6"/>
            <a:endCxn id="49" idx="2"/>
          </p:cNvCxnSpPr>
          <p:nvPr/>
        </p:nvCxnSpPr>
        <p:spPr>
          <a:xfrm>
            <a:off x="5097705" y="3880523"/>
            <a:ext cx="565151" cy="11829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58BCF011-979B-0DB7-3EC1-F4BB4836BEB5}"/>
              </a:ext>
            </a:extLst>
          </p:cNvPr>
          <p:cNvCxnSpPr>
            <a:stCxn id="37" idx="6"/>
            <a:endCxn id="40" idx="2"/>
          </p:cNvCxnSpPr>
          <p:nvPr/>
        </p:nvCxnSpPr>
        <p:spPr>
          <a:xfrm flipV="1">
            <a:off x="5097705" y="2117223"/>
            <a:ext cx="565152" cy="2946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DDCBA6F9-9EA0-01F4-224E-6108965FFF29}"/>
              </a:ext>
            </a:extLst>
          </p:cNvPr>
          <p:cNvCxnSpPr>
            <a:stCxn id="37" idx="6"/>
            <a:endCxn id="43" idx="2"/>
          </p:cNvCxnSpPr>
          <p:nvPr/>
        </p:nvCxnSpPr>
        <p:spPr>
          <a:xfrm flipV="1">
            <a:off x="5097705" y="2998873"/>
            <a:ext cx="565152" cy="20645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4036B7B-12F2-642E-A5DB-912089C79C01}"/>
              </a:ext>
            </a:extLst>
          </p:cNvPr>
          <p:cNvCxnSpPr>
            <a:stCxn id="37" idx="6"/>
            <a:endCxn id="46" idx="2"/>
          </p:cNvCxnSpPr>
          <p:nvPr/>
        </p:nvCxnSpPr>
        <p:spPr>
          <a:xfrm flipV="1">
            <a:off x="5097705" y="3880523"/>
            <a:ext cx="565151" cy="11829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F411A453-4386-0A9F-A71F-F9E6AC3CD41C}"/>
              </a:ext>
            </a:extLst>
          </p:cNvPr>
          <p:cNvCxnSpPr>
            <a:stCxn id="37" idx="6"/>
            <a:endCxn id="49" idx="2"/>
          </p:cNvCxnSpPr>
          <p:nvPr/>
        </p:nvCxnSpPr>
        <p:spPr>
          <a:xfrm>
            <a:off x="5097705" y="5063437"/>
            <a:ext cx="5651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D9986B2D-8EF5-26C0-2549-5C6F28C1D0DD}"/>
              </a:ext>
            </a:extLst>
          </p:cNvPr>
          <p:cNvSpPr/>
          <p:nvPr/>
        </p:nvSpPr>
        <p:spPr>
          <a:xfrm>
            <a:off x="7879079" y="3389697"/>
            <a:ext cx="72000" cy="72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C1FCC16F-AE9A-0470-5F11-8D7A793B6617}"/>
              </a:ext>
            </a:extLst>
          </p:cNvPr>
          <p:cNvCxnSpPr>
            <a:cxnSpLocks/>
            <a:stCxn id="40" idx="6"/>
            <a:endCxn id="115" idx="2"/>
          </p:cNvCxnSpPr>
          <p:nvPr/>
        </p:nvCxnSpPr>
        <p:spPr>
          <a:xfrm>
            <a:off x="6901106" y="2117223"/>
            <a:ext cx="977973" cy="13084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856BF09-A507-2DE1-D32A-8D3ABDE761EA}"/>
              </a:ext>
            </a:extLst>
          </p:cNvPr>
          <p:cNvCxnSpPr>
            <a:stCxn id="43" idx="6"/>
            <a:endCxn id="115" idx="2"/>
          </p:cNvCxnSpPr>
          <p:nvPr/>
        </p:nvCxnSpPr>
        <p:spPr>
          <a:xfrm>
            <a:off x="6901106" y="2998873"/>
            <a:ext cx="977973" cy="4268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2A0B4EF9-447B-A36D-AB50-4B2DCF099DFE}"/>
              </a:ext>
            </a:extLst>
          </p:cNvPr>
          <p:cNvCxnSpPr>
            <a:cxnSpLocks/>
            <a:stCxn id="46" idx="6"/>
            <a:endCxn id="115" idx="2"/>
          </p:cNvCxnSpPr>
          <p:nvPr/>
        </p:nvCxnSpPr>
        <p:spPr>
          <a:xfrm flipV="1">
            <a:off x="6901105" y="3425697"/>
            <a:ext cx="977974" cy="4548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B5EC5014-2558-BB0F-FCDC-0FA523F461AB}"/>
              </a:ext>
            </a:extLst>
          </p:cNvPr>
          <p:cNvCxnSpPr>
            <a:stCxn id="49" idx="6"/>
            <a:endCxn id="115" idx="2"/>
          </p:cNvCxnSpPr>
          <p:nvPr/>
        </p:nvCxnSpPr>
        <p:spPr>
          <a:xfrm flipV="1">
            <a:off x="6901105" y="3425697"/>
            <a:ext cx="977974" cy="16377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FA4966F-170C-FE01-505F-C36382927DA5}"/>
                  </a:ext>
                </a:extLst>
              </p:cNvPr>
              <p:cNvSpPr txBox="1"/>
              <p:nvPr/>
            </p:nvSpPr>
            <p:spPr>
              <a:xfrm>
                <a:off x="4326936" y="4203016"/>
                <a:ext cx="3032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E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FA4966F-170C-FE01-505F-C36382927D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6936" y="4203016"/>
                <a:ext cx="30328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1382EFF-A68A-235A-7020-3120B9015DC2}"/>
                  </a:ext>
                </a:extLst>
              </p:cNvPr>
              <p:cNvSpPr txBox="1"/>
              <p:nvPr/>
            </p:nvSpPr>
            <p:spPr>
              <a:xfrm>
                <a:off x="6130336" y="4203016"/>
                <a:ext cx="3032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E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1382EFF-A68A-235A-7020-3120B9015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0336" y="4203016"/>
                <a:ext cx="30328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3704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A320E-8733-CE6A-37B2-F06EBA20B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77AE6D8E-6C37-4D7E-DC82-ED1C3276D07C}"/>
              </a:ext>
            </a:extLst>
          </p:cNvPr>
          <p:cNvSpPr/>
          <p:nvPr/>
        </p:nvSpPr>
        <p:spPr>
          <a:xfrm>
            <a:off x="2762252" y="2460240"/>
            <a:ext cx="72000" cy="72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E10A074-C2F3-01AC-1496-79F00EC361A1}"/>
              </a:ext>
            </a:extLst>
          </p:cNvPr>
          <p:cNvSpPr/>
          <p:nvPr/>
        </p:nvSpPr>
        <p:spPr>
          <a:xfrm>
            <a:off x="2762252" y="3178349"/>
            <a:ext cx="72000" cy="72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B33D156-2AFB-46DC-2907-FDD15303EBD1}"/>
              </a:ext>
            </a:extLst>
          </p:cNvPr>
          <p:cNvSpPr/>
          <p:nvPr/>
        </p:nvSpPr>
        <p:spPr>
          <a:xfrm>
            <a:off x="2762252" y="3899527"/>
            <a:ext cx="72000" cy="72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5A00422-2D1D-1885-78F6-4C2A10D28BEE}"/>
              </a:ext>
            </a:extLst>
          </p:cNvPr>
          <p:cNvSpPr/>
          <p:nvPr/>
        </p:nvSpPr>
        <p:spPr>
          <a:xfrm>
            <a:off x="2762252" y="4620829"/>
            <a:ext cx="72000" cy="72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9570633-C06A-2626-1962-7212C11F851C}"/>
              </a:ext>
            </a:extLst>
          </p:cNvPr>
          <p:cNvGrpSpPr/>
          <p:nvPr/>
        </p:nvGrpSpPr>
        <p:grpSpPr>
          <a:xfrm>
            <a:off x="3859457" y="1879211"/>
            <a:ext cx="1238249" cy="476024"/>
            <a:chOff x="4286251" y="2892624"/>
            <a:chExt cx="1485900" cy="476025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E30C0EA-9A2F-9C4F-F4E5-CF6C32B06BB9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 cell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9" name="Connector: Curved 28">
              <a:extLst>
                <a:ext uri="{FF2B5EF4-FFF2-40B4-BE49-F238E27FC236}">
                  <a16:creationId xmlns:a16="http://schemas.microsoft.com/office/drawing/2014/main" id="{F1F23576-BE6A-2A34-CF05-2AE825A13C2F}"/>
                </a:ext>
              </a:extLst>
            </p:cNvPr>
            <p:cNvCxnSpPr>
              <a:cxnSpLocks/>
              <a:stCxn id="28" idx="7"/>
              <a:endCxn id="28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8447F55-68BE-F991-AE29-8ACB0F745766}"/>
              </a:ext>
            </a:extLst>
          </p:cNvPr>
          <p:cNvGrpSpPr/>
          <p:nvPr/>
        </p:nvGrpSpPr>
        <p:grpSpPr>
          <a:xfrm>
            <a:off x="3859457" y="2760861"/>
            <a:ext cx="1238249" cy="476024"/>
            <a:chOff x="4286251" y="2892624"/>
            <a:chExt cx="1485900" cy="476025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0F269C4-A45F-D594-7146-A3049D7FCC18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 cell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2" name="Connector: Curved 31">
              <a:extLst>
                <a:ext uri="{FF2B5EF4-FFF2-40B4-BE49-F238E27FC236}">
                  <a16:creationId xmlns:a16="http://schemas.microsoft.com/office/drawing/2014/main" id="{4E0C9A33-C1FA-BBA1-3EA1-3A226FFAEFBA}"/>
                </a:ext>
              </a:extLst>
            </p:cNvPr>
            <p:cNvCxnSpPr>
              <a:cxnSpLocks/>
              <a:stCxn id="31" idx="7"/>
              <a:endCxn id="31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255BF71-BFF7-71AC-B328-5BFBB8C0E625}"/>
              </a:ext>
            </a:extLst>
          </p:cNvPr>
          <p:cNvGrpSpPr/>
          <p:nvPr/>
        </p:nvGrpSpPr>
        <p:grpSpPr>
          <a:xfrm>
            <a:off x="3859456" y="3642511"/>
            <a:ext cx="1238249" cy="476024"/>
            <a:chOff x="4286251" y="2892624"/>
            <a:chExt cx="1485900" cy="476025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C0B1DEE-C471-6089-42B9-49C668861A7E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 cell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" name="Connector: Curved 34">
              <a:extLst>
                <a:ext uri="{FF2B5EF4-FFF2-40B4-BE49-F238E27FC236}">
                  <a16:creationId xmlns:a16="http://schemas.microsoft.com/office/drawing/2014/main" id="{659D2015-2BF8-36CD-5323-F6CF6053CD7E}"/>
                </a:ext>
              </a:extLst>
            </p:cNvPr>
            <p:cNvCxnSpPr>
              <a:cxnSpLocks/>
              <a:stCxn id="34" idx="7"/>
              <a:endCxn id="34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A7FB566-1522-47BA-0C54-16A40F7C7493}"/>
              </a:ext>
            </a:extLst>
          </p:cNvPr>
          <p:cNvGrpSpPr/>
          <p:nvPr/>
        </p:nvGrpSpPr>
        <p:grpSpPr>
          <a:xfrm>
            <a:off x="3859456" y="4825425"/>
            <a:ext cx="1238249" cy="476024"/>
            <a:chOff x="4286251" y="2892624"/>
            <a:chExt cx="1485900" cy="476025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F1207711-DAFE-7756-AF21-E113D3E559AE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 cell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8" name="Connector: Curved 37">
              <a:extLst>
                <a:ext uri="{FF2B5EF4-FFF2-40B4-BE49-F238E27FC236}">
                  <a16:creationId xmlns:a16="http://schemas.microsoft.com/office/drawing/2014/main" id="{B65BC664-96C5-646E-F117-18DB5B55D5C3}"/>
                </a:ext>
              </a:extLst>
            </p:cNvPr>
            <p:cNvCxnSpPr>
              <a:cxnSpLocks/>
              <a:stCxn id="37" idx="7"/>
              <a:endCxn id="37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9A505B6-684E-C57E-5583-E8B7FDCC13CE}"/>
              </a:ext>
            </a:extLst>
          </p:cNvPr>
          <p:cNvGrpSpPr/>
          <p:nvPr/>
        </p:nvGrpSpPr>
        <p:grpSpPr>
          <a:xfrm>
            <a:off x="5662857" y="1879211"/>
            <a:ext cx="1238249" cy="476024"/>
            <a:chOff x="4286251" y="2892624"/>
            <a:chExt cx="1485900" cy="476025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D3FE42F-2663-F817-0F60-05A80B915D77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 cell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1" name="Connector: Curved 40">
              <a:extLst>
                <a:ext uri="{FF2B5EF4-FFF2-40B4-BE49-F238E27FC236}">
                  <a16:creationId xmlns:a16="http://schemas.microsoft.com/office/drawing/2014/main" id="{40E68F9E-E77C-0D3A-DC33-3E16A2651882}"/>
                </a:ext>
              </a:extLst>
            </p:cNvPr>
            <p:cNvCxnSpPr>
              <a:cxnSpLocks/>
              <a:stCxn id="40" idx="7"/>
              <a:endCxn id="40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2E3844D-CF0E-8DAC-E365-A9AF0E20831A}"/>
              </a:ext>
            </a:extLst>
          </p:cNvPr>
          <p:cNvGrpSpPr/>
          <p:nvPr/>
        </p:nvGrpSpPr>
        <p:grpSpPr>
          <a:xfrm>
            <a:off x="5662857" y="2760861"/>
            <a:ext cx="1238249" cy="476024"/>
            <a:chOff x="4286251" y="2892624"/>
            <a:chExt cx="1485900" cy="476025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E8B72D85-8D2E-21C5-754E-C062F263CA76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 cell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4" name="Connector: Curved 43">
              <a:extLst>
                <a:ext uri="{FF2B5EF4-FFF2-40B4-BE49-F238E27FC236}">
                  <a16:creationId xmlns:a16="http://schemas.microsoft.com/office/drawing/2014/main" id="{C4A4B2AF-4809-0FF7-DD85-0740155DB9DD}"/>
                </a:ext>
              </a:extLst>
            </p:cNvPr>
            <p:cNvCxnSpPr>
              <a:cxnSpLocks/>
              <a:stCxn id="43" idx="7"/>
              <a:endCxn id="43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D90F927-E8C5-6810-38D8-583D3736A2F4}"/>
              </a:ext>
            </a:extLst>
          </p:cNvPr>
          <p:cNvGrpSpPr/>
          <p:nvPr/>
        </p:nvGrpSpPr>
        <p:grpSpPr>
          <a:xfrm>
            <a:off x="5662856" y="3642511"/>
            <a:ext cx="1238249" cy="476024"/>
            <a:chOff x="4286251" y="2892624"/>
            <a:chExt cx="1485900" cy="476025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A85F7E8-7F6E-F733-DFAA-AC65E8D66977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 cell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7" name="Connector: Curved 46">
              <a:extLst>
                <a:ext uri="{FF2B5EF4-FFF2-40B4-BE49-F238E27FC236}">
                  <a16:creationId xmlns:a16="http://schemas.microsoft.com/office/drawing/2014/main" id="{83F9F436-44E3-BBCA-065C-F27FDF7EC7B4}"/>
                </a:ext>
              </a:extLst>
            </p:cNvPr>
            <p:cNvCxnSpPr>
              <a:cxnSpLocks/>
              <a:stCxn id="46" idx="7"/>
              <a:endCxn id="46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0A235D2-996D-6230-1DB8-32B3BEABDBD3}"/>
              </a:ext>
            </a:extLst>
          </p:cNvPr>
          <p:cNvGrpSpPr/>
          <p:nvPr/>
        </p:nvGrpSpPr>
        <p:grpSpPr>
          <a:xfrm>
            <a:off x="5662856" y="4825425"/>
            <a:ext cx="1238249" cy="476024"/>
            <a:chOff x="4286251" y="2892624"/>
            <a:chExt cx="1485900" cy="476025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3ABC3B2D-F11E-FECF-315E-3148C03AF8E0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 cell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0" name="Connector: Curved 49">
              <a:extLst>
                <a:ext uri="{FF2B5EF4-FFF2-40B4-BE49-F238E27FC236}">
                  <a16:creationId xmlns:a16="http://schemas.microsoft.com/office/drawing/2014/main" id="{4FF07AF6-D9D4-7235-9831-BF462D672077}"/>
                </a:ext>
              </a:extLst>
            </p:cNvPr>
            <p:cNvCxnSpPr>
              <a:cxnSpLocks/>
              <a:stCxn id="49" idx="7"/>
              <a:endCxn id="49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A1EBCC9-1FD3-39FA-6566-D24BDF115285}"/>
              </a:ext>
            </a:extLst>
          </p:cNvPr>
          <p:cNvCxnSpPr>
            <a:stCxn id="6" idx="6"/>
            <a:endCxn id="28" idx="2"/>
          </p:cNvCxnSpPr>
          <p:nvPr/>
        </p:nvCxnSpPr>
        <p:spPr>
          <a:xfrm flipV="1">
            <a:off x="2834252" y="2117223"/>
            <a:ext cx="1025205" cy="3790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7EC20B8-C163-FA36-5632-FA0093CCDBB0}"/>
              </a:ext>
            </a:extLst>
          </p:cNvPr>
          <p:cNvCxnSpPr>
            <a:stCxn id="6" idx="6"/>
            <a:endCxn id="31" idx="2"/>
          </p:cNvCxnSpPr>
          <p:nvPr/>
        </p:nvCxnSpPr>
        <p:spPr>
          <a:xfrm>
            <a:off x="2834252" y="2496240"/>
            <a:ext cx="1025205" cy="5026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0E0D2F7-0A2A-BB95-4BD3-13405B24740E}"/>
              </a:ext>
            </a:extLst>
          </p:cNvPr>
          <p:cNvCxnSpPr>
            <a:stCxn id="6" idx="6"/>
            <a:endCxn id="34" idx="2"/>
          </p:cNvCxnSpPr>
          <p:nvPr/>
        </p:nvCxnSpPr>
        <p:spPr>
          <a:xfrm>
            <a:off x="2834252" y="2496240"/>
            <a:ext cx="1025204" cy="13842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3CB1A72-8782-6280-76EA-98721E6E7C5B}"/>
              </a:ext>
            </a:extLst>
          </p:cNvPr>
          <p:cNvCxnSpPr>
            <a:stCxn id="6" idx="6"/>
            <a:endCxn id="37" idx="2"/>
          </p:cNvCxnSpPr>
          <p:nvPr/>
        </p:nvCxnSpPr>
        <p:spPr>
          <a:xfrm>
            <a:off x="2834252" y="2496240"/>
            <a:ext cx="1025204" cy="25671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541ED5D-B9AF-DF47-6CC4-B7BE9B7EEAD1}"/>
              </a:ext>
            </a:extLst>
          </p:cNvPr>
          <p:cNvCxnSpPr>
            <a:stCxn id="7" idx="6"/>
            <a:endCxn id="28" idx="2"/>
          </p:cNvCxnSpPr>
          <p:nvPr/>
        </p:nvCxnSpPr>
        <p:spPr>
          <a:xfrm flipV="1">
            <a:off x="2834252" y="2117223"/>
            <a:ext cx="1025205" cy="10971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3994845-2C1C-CB98-5FCB-51BB31062756}"/>
              </a:ext>
            </a:extLst>
          </p:cNvPr>
          <p:cNvCxnSpPr>
            <a:stCxn id="7" idx="6"/>
            <a:endCxn id="31" idx="2"/>
          </p:cNvCxnSpPr>
          <p:nvPr/>
        </p:nvCxnSpPr>
        <p:spPr>
          <a:xfrm flipV="1">
            <a:off x="2834252" y="2998873"/>
            <a:ext cx="1025205" cy="2154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26B6D07-0FE9-C5BF-F07D-E219879EFBBC}"/>
              </a:ext>
            </a:extLst>
          </p:cNvPr>
          <p:cNvCxnSpPr>
            <a:stCxn id="7" idx="6"/>
            <a:endCxn id="34" idx="2"/>
          </p:cNvCxnSpPr>
          <p:nvPr/>
        </p:nvCxnSpPr>
        <p:spPr>
          <a:xfrm>
            <a:off x="2834252" y="3214349"/>
            <a:ext cx="1025204" cy="6661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9B6EA53-8D75-C0C4-D03B-A06446600D9A}"/>
              </a:ext>
            </a:extLst>
          </p:cNvPr>
          <p:cNvCxnSpPr>
            <a:stCxn id="7" idx="6"/>
            <a:endCxn id="37" idx="2"/>
          </p:cNvCxnSpPr>
          <p:nvPr/>
        </p:nvCxnSpPr>
        <p:spPr>
          <a:xfrm>
            <a:off x="2834252" y="3214349"/>
            <a:ext cx="1025204" cy="18490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83CD837-8D2E-2AF9-35B2-50015FE42345}"/>
              </a:ext>
            </a:extLst>
          </p:cNvPr>
          <p:cNvCxnSpPr>
            <a:stCxn id="8" idx="6"/>
            <a:endCxn id="28" idx="2"/>
          </p:cNvCxnSpPr>
          <p:nvPr/>
        </p:nvCxnSpPr>
        <p:spPr>
          <a:xfrm flipV="1">
            <a:off x="2834252" y="2117223"/>
            <a:ext cx="1025205" cy="18183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509D2DD-21B4-06BF-732C-886D90EB0873}"/>
              </a:ext>
            </a:extLst>
          </p:cNvPr>
          <p:cNvCxnSpPr>
            <a:stCxn id="8" idx="6"/>
            <a:endCxn id="31" idx="2"/>
          </p:cNvCxnSpPr>
          <p:nvPr/>
        </p:nvCxnSpPr>
        <p:spPr>
          <a:xfrm flipV="1">
            <a:off x="2834252" y="2998873"/>
            <a:ext cx="1025205" cy="9366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3FB5E44C-3ED4-D633-9104-1625020C0144}"/>
              </a:ext>
            </a:extLst>
          </p:cNvPr>
          <p:cNvCxnSpPr>
            <a:stCxn id="8" idx="6"/>
            <a:endCxn id="34" idx="2"/>
          </p:cNvCxnSpPr>
          <p:nvPr/>
        </p:nvCxnSpPr>
        <p:spPr>
          <a:xfrm flipV="1">
            <a:off x="2834252" y="3880523"/>
            <a:ext cx="1025204" cy="550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F0B4D6B-DD3E-50EA-F9F0-D4B2AD6F7484}"/>
              </a:ext>
            </a:extLst>
          </p:cNvPr>
          <p:cNvCxnSpPr>
            <a:stCxn id="8" idx="6"/>
            <a:endCxn id="37" idx="2"/>
          </p:cNvCxnSpPr>
          <p:nvPr/>
        </p:nvCxnSpPr>
        <p:spPr>
          <a:xfrm>
            <a:off x="2834252" y="3935527"/>
            <a:ext cx="1025204" cy="11279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74C3628E-7D9D-7172-140C-953C97512DC7}"/>
              </a:ext>
            </a:extLst>
          </p:cNvPr>
          <p:cNvCxnSpPr>
            <a:stCxn id="9" idx="6"/>
            <a:endCxn id="28" idx="2"/>
          </p:cNvCxnSpPr>
          <p:nvPr/>
        </p:nvCxnSpPr>
        <p:spPr>
          <a:xfrm flipV="1">
            <a:off x="2834252" y="2117223"/>
            <a:ext cx="1025205" cy="25396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D86F97D9-C4D9-5396-A2CB-B916060CF24C}"/>
              </a:ext>
            </a:extLst>
          </p:cNvPr>
          <p:cNvCxnSpPr>
            <a:stCxn id="9" idx="6"/>
            <a:endCxn id="31" idx="2"/>
          </p:cNvCxnSpPr>
          <p:nvPr/>
        </p:nvCxnSpPr>
        <p:spPr>
          <a:xfrm flipV="1">
            <a:off x="2834252" y="2998873"/>
            <a:ext cx="1025205" cy="16579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B5AA78B0-8F89-4EF4-6AD9-CB92957D5166}"/>
              </a:ext>
            </a:extLst>
          </p:cNvPr>
          <p:cNvCxnSpPr>
            <a:stCxn id="9" idx="6"/>
            <a:endCxn id="34" idx="2"/>
          </p:cNvCxnSpPr>
          <p:nvPr/>
        </p:nvCxnSpPr>
        <p:spPr>
          <a:xfrm flipV="1">
            <a:off x="2834252" y="3880523"/>
            <a:ext cx="1025204" cy="7763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82BD9587-43B9-71D1-13D6-DF4CCA36A639}"/>
              </a:ext>
            </a:extLst>
          </p:cNvPr>
          <p:cNvCxnSpPr>
            <a:stCxn id="9" idx="6"/>
            <a:endCxn id="37" idx="2"/>
          </p:cNvCxnSpPr>
          <p:nvPr/>
        </p:nvCxnSpPr>
        <p:spPr>
          <a:xfrm>
            <a:off x="2834252" y="4656829"/>
            <a:ext cx="1025204" cy="4066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64EB8F6-3269-3C36-D203-17D342F03760}"/>
              </a:ext>
            </a:extLst>
          </p:cNvPr>
          <p:cNvCxnSpPr>
            <a:stCxn id="28" idx="6"/>
            <a:endCxn id="40" idx="2"/>
          </p:cNvCxnSpPr>
          <p:nvPr/>
        </p:nvCxnSpPr>
        <p:spPr>
          <a:xfrm>
            <a:off x="5097706" y="2117223"/>
            <a:ext cx="5651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272FDD96-EB6B-6E5A-1F6A-2E80DE56E5B4}"/>
              </a:ext>
            </a:extLst>
          </p:cNvPr>
          <p:cNvCxnSpPr>
            <a:stCxn id="28" idx="6"/>
            <a:endCxn id="43" idx="2"/>
          </p:cNvCxnSpPr>
          <p:nvPr/>
        </p:nvCxnSpPr>
        <p:spPr>
          <a:xfrm>
            <a:off x="5097706" y="2117223"/>
            <a:ext cx="565151" cy="8816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B8A4176-8CA5-9643-086B-30800A8ACB38}"/>
              </a:ext>
            </a:extLst>
          </p:cNvPr>
          <p:cNvCxnSpPr>
            <a:stCxn id="28" idx="6"/>
            <a:endCxn id="46" idx="2"/>
          </p:cNvCxnSpPr>
          <p:nvPr/>
        </p:nvCxnSpPr>
        <p:spPr>
          <a:xfrm>
            <a:off x="5097706" y="2117223"/>
            <a:ext cx="565150" cy="1763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A460649-8983-BA71-9E2B-6B4676C04BED}"/>
              </a:ext>
            </a:extLst>
          </p:cNvPr>
          <p:cNvCxnSpPr>
            <a:stCxn id="28" idx="6"/>
            <a:endCxn id="49" idx="2"/>
          </p:cNvCxnSpPr>
          <p:nvPr/>
        </p:nvCxnSpPr>
        <p:spPr>
          <a:xfrm>
            <a:off x="5097706" y="2117223"/>
            <a:ext cx="565150" cy="2946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DA3BF531-C6D8-E3FD-81DF-F7DF1FD03DF6}"/>
              </a:ext>
            </a:extLst>
          </p:cNvPr>
          <p:cNvCxnSpPr>
            <a:stCxn id="31" idx="6"/>
            <a:endCxn id="40" idx="2"/>
          </p:cNvCxnSpPr>
          <p:nvPr/>
        </p:nvCxnSpPr>
        <p:spPr>
          <a:xfrm flipV="1">
            <a:off x="5097706" y="2117223"/>
            <a:ext cx="565151" cy="8816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9FDEB2DE-F15F-A701-AE7C-4E29EF3E5903}"/>
              </a:ext>
            </a:extLst>
          </p:cNvPr>
          <p:cNvCxnSpPr>
            <a:stCxn id="31" idx="6"/>
            <a:endCxn id="43" idx="2"/>
          </p:cNvCxnSpPr>
          <p:nvPr/>
        </p:nvCxnSpPr>
        <p:spPr>
          <a:xfrm>
            <a:off x="5097706" y="2998873"/>
            <a:ext cx="5651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5BA8405-40E0-0BCE-A31E-3D04E289399B}"/>
              </a:ext>
            </a:extLst>
          </p:cNvPr>
          <p:cNvCxnSpPr>
            <a:stCxn id="31" idx="6"/>
            <a:endCxn id="46" idx="2"/>
          </p:cNvCxnSpPr>
          <p:nvPr/>
        </p:nvCxnSpPr>
        <p:spPr>
          <a:xfrm>
            <a:off x="5097706" y="2998873"/>
            <a:ext cx="565150" cy="8816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E78DC1C0-F01A-DA6F-786C-97B9BDCF124C}"/>
              </a:ext>
            </a:extLst>
          </p:cNvPr>
          <p:cNvCxnSpPr>
            <a:stCxn id="31" idx="6"/>
            <a:endCxn id="49" idx="2"/>
          </p:cNvCxnSpPr>
          <p:nvPr/>
        </p:nvCxnSpPr>
        <p:spPr>
          <a:xfrm>
            <a:off x="5097706" y="2998873"/>
            <a:ext cx="565150" cy="20645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CCC7FC1-BFAF-597A-F7B5-C8270F19FDB5}"/>
              </a:ext>
            </a:extLst>
          </p:cNvPr>
          <p:cNvCxnSpPr>
            <a:stCxn id="34" idx="6"/>
            <a:endCxn id="40" idx="2"/>
          </p:cNvCxnSpPr>
          <p:nvPr/>
        </p:nvCxnSpPr>
        <p:spPr>
          <a:xfrm flipV="1">
            <a:off x="5097705" y="2117223"/>
            <a:ext cx="565152" cy="1763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B6035CCA-89F9-D275-B46F-9498E13FABCE}"/>
              </a:ext>
            </a:extLst>
          </p:cNvPr>
          <p:cNvCxnSpPr>
            <a:stCxn id="34" idx="6"/>
            <a:endCxn id="43" idx="2"/>
          </p:cNvCxnSpPr>
          <p:nvPr/>
        </p:nvCxnSpPr>
        <p:spPr>
          <a:xfrm flipV="1">
            <a:off x="5097705" y="2998873"/>
            <a:ext cx="565152" cy="8816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78D0E25-7A69-995B-4BB6-524BB7001B72}"/>
              </a:ext>
            </a:extLst>
          </p:cNvPr>
          <p:cNvCxnSpPr>
            <a:stCxn id="34" idx="6"/>
            <a:endCxn id="46" idx="2"/>
          </p:cNvCxnSpPr>
          <p:nvPr/>
        </p:nvCxnSpPr>
        <p:spPr>
          <a:xfrm>
            <a:off x="5097705" y="3880523"/>
            <a:ext cx="5651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E844057D-D124-D774-C6BD-D4F3642D0633}"/>
              </a:ext>
            </a:extLst>
          </p:cNvPr>
          <p:cNvCxnSpPr>
            <a:stCxn id="34" idx="6"/>
            <a:endCxn id="49" idx="2"/>
          </p:cNvCxnSpPr>
          <p:nvPr/>
        </p:nvCxnSpPr>
        <p:spPr>
          <a:xfrm>
            <a:off x="5097705" y="3880523"/>
            <a:ext cx="565151" cy="11829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FAEF7C4B-6F01-83F5-F34A-F3232560B9CC}"/>
              </a:ext>
            </a:extLst>
          </p:cNvPr>
          <p:cNvCxnSpPr>
            <a:stCxn id="37" idx="6"/>
            <a:endCxn id="40" idx="2"/>
          </p:cNvCxnSpPr>
          <p:nvPr/>
        </p:nvCxnSpPr>
        <p:spPr>
          <a:xfrm flipV="1">
            <a:off x="5097705" y="2117223"/>
            <a:ext cx="565152" cy="2946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31E2CFBE-8AFD-08EC-DA16-9309ADFC8D15}"/>
              </a:ext>
            </a:extLst>
          </p:cNvPr>
          <p:cNvCxnSpPr>
            <a:stCxn id="37" idx="6"/>
            <a:endCxn id="43" idx="2"/>
          </p:cNvCxnSpPr>
          <p:nvPr/>
        </p:nvCxnSpPr>
        <p:spPr>
          <a:xfrm flipV="1">
            <a:off x="5097705" y="2998873"/>
            <a:ext cx="565152" cy="20645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DBE45035-8D27-9D49-7B42-7026FA4358DB}"/>
              </a:ext>
            </a:extLst>
          </p:cNvPr>
          <p:cNvCxnSpPr>
            <a:stCxn id="37" idx="6"/>
            <a:endCxn id="46" idx="2"/>
          </p:cNvCxnSpPr>
          <p:nvPr/>
        </p:nvCxnSpPr>
        <p:spPr>
          <a:xfrm flipV="1">
            <a:off x="5097705" y="3880523"/>
            <a:ext cx="565151" cy="11829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676F0A61-86C7-FF19-76AB-BD695F9CEE0D}"/>
              </a:ext>
            </a:extLst>
          </p:cNvPr>
          <p:cNvCxnSpPr>
            <a:stCxn id="37" idx="6"/>
            <a:endCxn id="49" idx="2"/>
          </p:cNvCxnSpPr>
          <p:nvPr/>
        </p:nvCxnSpPr>
        <p:spPr>
          <a:xfrm>
            <a:off x="5097705" y="5063437"/>
            <a:ext cx="5651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15ABB2D8-D057-094C-581A-A55ADB8A23B8}"/>
              </a:ext>
            </a:extLst>
          </p:cNvPr>
          <p:cNvSpPr/>
          <p:nvPr/>
        </p:nvSpPr>
        <p:spPr>
          <a:xfrm>
            <a:off x="7879079" y="3389697"/>
            <a:ext cx="72000" cy="72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5E09BACB-51DD-ECCF-B80E-C5E82E146ED3}"/>
              </a:ext>
            </a:extLst>
          </p:cNvPr>
          <p:cNvCxnSpPr>
            <a:cxnSpLocks/>
            <a:stCxn id="40" idx="6"/>
            <a:endCxn id="115" idx="2"/>
          </p:cNvCxnSpPr>
          <p:nvPr/>
        </p:nvCxnSpPr>
        <p:spPr>
          <a:xfrm>
            <a:off x="6901106" y="2117223"/>
            <a:ext cx="977973" cy="13084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C89DC5EA-0CE3-820C-9186-171323DA9359}"/>
              </a:ext>
            </a:extLst>
          </p:cNvPr>
          <p:cNvCxnSpPr>
            <a:stCxn id="43" idx="6"/>
            <a:endCxn id="115" idx="2"/>
          </p:cNvCxnSpPr>
          <p:nvPr/>
        </p:nvCxnSpPr>
        <p:spPr>
          <a:xfrm>
            <a:off x="6901106" y="2998873"/>
            <a:ext cx="977973" cy="4268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852DE34-447F-2D01-2137-D300FDFF48C3}"/>
              </a:ext>
            </a:extLst>
          </p:cNvPr>
          <p:cNvCxnSpPr>
            <a:cxnSpLocks/>
            <a:stCxn id="46" idx="6"/>
            <a:endCxn id="115" idx="2"/>
          </p:cNvCxnSpPr>
          <p:nvPr/>
        </p:nvCxnSpPr>
        <p:spPr>
          <a:xfrm flipV="1">
            <a:off x="6901105" y="3425697"/>
            <a:ext cx="977974" cy="4548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56A1D433-57A3-7EC2-62DD-88D012F7AF0F}"/>
              </a:ext>
            </a:extLst>
          </p:cNvPr>
          <p:cNvCxnSpPr>
            <a:stCxn id="49" idx="6"/>
            <a:endCxn id="115" idx="2"/>
          </p:cNvCxnSpPr>
          <p:nvPr/>
        </p:nvCxnSpPr>
        <p:spPr>
          <a:xfrm flipV="1">
            <a:off x="6901105" y="3425697"/>
            <a:ext cx="977974" cy="16377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47F40EF-4924-7841-6ED7-309A0C02428C}"/>
                  </a:ext>
                </a:extLst>
              </p:cNvPr>
              <p:cNvSpPr txBox="1"/>
              <p:nvPr/>
            </p:nvSpPr>
            <p:spPr>
              <a:xfrm>
                <a:off x="4326936" y="4203016"/>
                <a:ext cx="3032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E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47F40EF-4924-7841-6ED7-309A0C024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6936" y="4203016"/>
                <a:ext cx="30328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A6ABA62-ED2A-4D47-773F-289B81588488}"/>
                  </a:ext>
                </a:extLst>
              </p:cNvPr>
              <p:cNvSpPr txBox="1"/>
              <p:nvPr/>
            </p:nvSpPr>
            <p:spPr>
              <a:xfrm>
                <a:off x="6130336" y="4203016"/>
                <a:ext cx="3032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E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AE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A6ABA62-ED2A-4D47-773F-289B81588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0336" y="4203016"/>
                <a:ext cx="30328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6412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C7A30-2EE0-9813-D0D6-C3FDEA88A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30918471-4B46-FB05-98BB-2DD9989D4FF3}"/>
              </a:ext>
            </a:extLst>
          </p:cNvPr>
          <p:cNvSpPr/>
          <p:nvPr/>
        </p:nvSpPr>
        <p:spPr>
          <a:xfrm>
            <a:off x="3163913" y="2328036"/>
            <a:ext cx="72000" cy="72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sz="140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4EE2FA6-BAEE-EF7A-DEA0-8BA554EF84A5}"/>
              </a:ext>
            </a:extLst>
          </p:cNvPr>
          <p:cNvSpPr/>
          <p:nvPr/>
        </p:nvSpPr>
        <p:spPr>
          <a:xfrm>
            <a:off x="3163913" y="3046145"/>
            <a:ext cx="72000" cy="72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sz="140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634AB1F-564D-732C-D70D-D1B64A2A47A2}"/>
              </a:ext>
            </a:extLst>
          </p:cNvPr>
          <p:cNvSpPr/>
          <p:nvPr/>
        </p:nvSpPr>
        <p:spPr>
          <a:xfrm>
            <a:off x="3163913" y="3767323"/>
            <a:ext cx="72000" cy="72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sz="14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1F507FF-54F5-7BC3-8840-4625A9C7A66F}"/>
              </a:ext>
            </a:extLst>
          </p:cNvPr>
          <p:cNvSpPr/>
          <p:nvPr/>
        </p:nvSpPr>
        <p:spPr>
          <a:xfrm>
            <a:off x="3163913" y="4488625"/>
            <a:ext cx="72000" cy="72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sz="14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97D020C-29D5-FA18-5405-309CAD55D6C6}"/>
              </a:ext>
            </a:extLst>
          </p:cNvPr>
          <p:cNvGrpSpPr/>
          <p:nvPr/>
        </p:nvGrpSpPr>
        <p:grpSpPr>
          <a:xfrm>
            <a:off x="3953468" y="1879211"/>
            <a:ext cx="825424" cy="476024"/>
            <a:chOff x="4286251" y="2892624"/>
            <a:chExt cx="1485900" cy="476025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A316F89-055F-31F1-774A-C8215F61A8CB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9" name="Connector: Curved 28">
              <a:extLst>
                <a:ext uri="{FF2B5EF4-FFF2-40B4-BE49-F238E27FC236}">
                  <a16:creationId xmlns:a16="http://schemas.microsoft.com/office/drawing/2014/main" id="{040DFDEE-EEA2-07ED-49DF-F101E87883A1}"/>
                </a:ext>
              </a:extLst>
            </p:cNvPr>
            <p:cNvCxnSpPr>
              <a:cxnSpLocks/>
              <a:stCxn id="28" idx="7"/>
              <a:endCxn id="28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329EBAC-9C36-A537-7F9C-D63738DAAF9E}"/>
              </a:ext>
            </a:extLst>
          </p:cNvPr>
          <p:cNvGrpSpPr/>
          <p:nvPr/>
        </p:nvGrpSpPr>
        <p:grpSpPr>
          <a:xfrm>
            <a:off x="3953468" y="2760861"/>
            <a:ext cx="825426" cy="476024"/>
            <a:chOff x="4286251" y="2892624"/>
            <a:chExt cx="1485900" cy="476025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4A67FEE-93AD-6159-EA69-E57375407E67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2" name="Connector: Curved 31">
              <a:extLst>
                <a:ext uri="{FF2B5EF4-FFF2-40B4-BE49-F238E27FC236}">
                  <a16:creationId xmlns:a16="http://schemas.microsoft.com/office/drawing/2014/main" id="{3E0A8DA3-4B42-E437-B665-CFD3625C636D}"/>
                </a:ext>
              </a:extLst>
            </p:cNvPr>
            <p:cNvCxnSpPr>
              <a:cxnSpLocks/>
              <a:stCxn id="31" idx="7"/>
              <a:endCxn id="31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6B50B8B-B477-DFFC-587D-A14995A6CC4C}"/>
              </a:ext>
            </a:extLst>
          </p:cNvPr>
          <p:cNvGrpSpPr/>
          <p:nvPr/>
        </p:nvGrpSpPr>
        <p:grpSpPr>
          <a:xfrm>
            <a:off x="3953467" y="3642511"/>
            <a:ext cx="825426" cy="476024"/>
            <a:chOff x="4286251" y="2892624"/>
            <a:chExt cx="1485900" cy="476025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43C9649-54F2-2ECD-C313-2900A02CFC11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" name="Connector: Curved 34">
              <a:extLst>
                <a:ext uri="{FF2B5EF4-FFF2-40B4-BE49-F238E27FC236}">
                  <a16:creationId xmlns:a16="http://schemas.microsoft.com/office/drawing/2014/main" id="{221DD7B9-A946-7CA2-5E89-4AD969932C41}"/>
                </a:ext>
              </a:extLst>
            </p:cNvPr>
            <p:cNvCxnSpPr>
              <a:cxnSpLocks/>
              <a:stCxn id="34" idx="7"/>
              <a:endCxn id="34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788EF24-AE53-6B31-08C3-A2A811F13FCE}"/>
              </a:ext>
            </a:extLst>
          </p:cNvPr>
          <p:cNvGrpSpPr/>
          <p:nvPr/>
        </p:nvGrpSpPr>
        <p:grpSpPr>
          <a:xfrm>
            <a:off x="3953467" y="4825425"/>
            <a:ext cx="825426" cy="476024"/>
            <a:chOff x="4286251" y="2892624"/>
            <a:chExt cx="1485900" cy="476025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5788022-94AF-5083-A016-6B4CA44B80F8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8" name="Connector: Curved 37">
              <a:extLst>
                <a:ext uri="{FF2B5EF4-FFF2-40B4-BE49-F238E27FC236}">
                  <a16:creationId xmlns:a16="http://schemas.microsoft.com/office/drawing/2014/main" id="{51AB350E-A7B7-38A6-9B02-2E3AA70BD6C5}"/>
                </a:ext>
              </a:extLst>
            </p:cNvPr>
            <p:cNvCxnSpPr>
              <a:cxnSpLocks/>
              <a:stCxn id="37" idx="7"/>
              <a:endCxn id="37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66830A1-9931-AD96-1E56-C34693BDA1EE}"/>
              </a:ext>
            </a:extLst>
          </p:cNvPr>
          <p:cNvGrpSpPr/>
          <p:nvPr/>
        </p:nvGrpSpPr>
        <p:grpSpPr>
          <a:xfrm>
            <a:off x="5551762" y="1879211"/>
            <a:ext cx="825423" cy="476024"/>
            <a:chOff x="4286251" y="2892624"/>
            <a:chExt cx="1485900" cy="476025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9FBE0A3-5522-2A6C-2E22-D0C9390D180A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1" name="Connector: Curved 40">
              <a:extLst>
                <a:ext uri="{FF2B5EF4-FFF2-40B4-BE49-F238E27FC236}">
                  <a16:creationId xmlns:a16="http://schemas.microsoft.com/office/drawing/2014/main" id="{F6B88F05-41BB-E6F5-CBF5-B6DBC20B40BA}"/>
                </a:ext>
              </a:extLst>
            </p:cNvPr>
            <p:cNvCxnSpPr>
              <a:cxnSpLocks/>
              <a:stCxn id="40" idx="7"/>
              <a:endCxn id="40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1BE1156-36D5-29D9-02F6-AA814A436C9E}"/>
              </a:ext>
            </a:extLst>
          </p:cNvPr>
          <p:cNvGrpSpPr/>
          <p:nvPr/>
        </p:nvGrpSpPr>
        <p:grpSpPr>
          <a:xfrm>
            <a:off x="5551763" y="2760861"/>
            <a:ext cx="825422" cy="476024"/>
            <a:chOff x="4286251" y="2892624"/>
            <a:chExt cx="1485900" cy="476025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2B56760-F3E6-1696-963F-991399087251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4" name="Connector: Curved 43">
              <a:extLst>
                <a:ext uri="{FF2B5EF4-FFF2-40B4-BE49-F238E27FC236}">
                  <a16:creationId xmlns:a16="http://schemas.microsoft.com/office/drawing/2014/main" id="{A7069125-F882-1DDC-A3F5-8AE2C150FBB0}"/>
                </a:ext>
              </a:extLst>
            </p:cNvPr>
            <p:cNvCxnSpPr>
              <a:cxnSpLocks/>
              <a:stCxn id="43" idx="7"/>
              <a:endCxn id="43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29DC5B2-F954-C1F7-2322-29406E42D872}"/>
              </a:ext>
            </a:extLst>
          </p:cNvPr>
          <p:cNvGrpSpPr/>
          <p:nvPr/>
        </p:nvGrpSpPr>
        <p:grpSpPr>
          <a:xfrm>
            <a:off x="5551762" y="3642511"/>
            <a:ext cx="825422" cy="476024"/>
            <a:chOff x="4286251" y="2892624"/>
            <a:chExt cx="1485900" cy="476025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3E4D0C5E-8CC9-01A3-471F-D231E59BDF77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7" name="Connector: Curved 46">
              <a:extLst>
                <a:ext uri="{FF2B5EF4-FFF2-40B4-BE49-F238E27FC236}">
                  <a16:creationId xmlns:a16="http://schemas.microsoft.com/office/drawing/2014/main" id="{5B7249C8-037C-BB4A-2DB6-CBB7EA5C6D47}"/>
                </a:ext>
              </a:extLst>
            </p:cNvPr>
            <p:cNvCxnSpPr>
              <a:cxnSpLocks/>
              <a:stCxn id="46" idx="7"/>
              <a:endCxn id="46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33E9F40-77B9-EF7D-C783-47B1BDF832EC}"/>
              </a:ext>
            </a:extLst>
          </p:cNvPr>
          <p:cNvGrpSpPr/>
          <p:nvPr/>
        </p:nvGrpSpPr>
        <p:grpSpPr>
          <a:xfrm>
            <a:off x="5551761" y="4825425"/>
            <a:ext cx="825423" cy="476024"/>
            <a:chOff x="4286251" y="2892624"/>
            <a:chExt cx="1485900" cy="476025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200CD6E7-B724-0F30-4D33-6BF814743016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0" name="Connector: Curved 49">
              <a:extLst>
                <a:ext uri="{FF2B5EF4-FFF2-40B4-BE49-F238E27FC236}">
                  <a16:creationId xmlns:a16="http://schemas.microsoft.com/office/drawing/2014/main" id="{6DD4ADC2-BE22-415B-1812-FB9F9C5BAD5A}"/>
                </a:ext>
              </a:extLst>
            </p:cNvPr>
            <p:cNvCxnSpPr>
              <a:cxnSpLocks/>
              <a:stCxn id="49" idx="7"/>
              <a:endCxn id="49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F1B0527-C47E-41D9-9B1C-21B0B730BBC7}"/>
              </a:ext>
            </a:extLst>
          </p:cNvPr>
          <p:cNvCxnSpPr>
            <a:stCxn id="6" idx="6"/>
            <a:endCxn id="28" idx="2"/>
          </p:cNvCxnSpPr>
          <p:nvPr/>
        </p:nvCxnSpPr>
        <p:spPr>
          <a:xfrm flipV="1">
            <a:off x="3235913" y="2117223"/>
            <a:ext cx="717555" cy="2468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B5AF042-2E13-8660-A533-5124712C5104}"/>
              </a:ext>
            </a:extLst>
          </p:cNvPr>
          <p:cNvCxnSpPr>
            <a:stCxn id="6" idx="6"/>
            <a:endCxn id="31" idx="2"/>
          </p:cNvCxnSpPr>
          <p:nvPr/>
        </p:nvCxnSpPr>
        <p:spPr>
          <a:xfrm>
            <a:off x="3235913" y="2364036"/>
            <a:ext cx="717555" cy="634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0A3A02A-9BE0-C0C6-913A-83754F7A5143}"/>
              </a:ext>
            </a:extLst>
          </p:cNvPr>
          <p:cNvCxnSpPr>
            <a:stCxn id="6" idx="6"/>
            <a:endCxn id="34" idx="2"/>
          </p:cNvCxnSpPr>
          <p:nvPr/>
        </p:nvCxnSpPr>
        <p:spPr>
          <a:xfrm>
            <a:off x="3235913" y="2364036"/>
            <a:ext cx="717554" cy="15164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73530B7-4A81-E8EA-A7D6-2B92B2D8ECAF}"/>
              </a:ext>
            </a:extLst>
          </p:cNvPr>
          <p:cNvCxnSpPr>
            <a:stCxn id="6" idx="6"/>
            <a:endCxn id="37" idx="2"/>
          </p:cNvCxnSpPr>
          <p:nvPr/>
        </p:nvCxnSpPr>
        <p:spPr>
          <a:xfrm>
            <a:off x="3235913" y="2364036"/>
            <a:ext cx="717554" cy="26994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FC95ECD-6369-5212-443B-C26875F32BF2}"/>
              </a:ext>
            </a:extLst>
          </p:cNvPr>
          <p:cNvCxnSpPr>
            <a:stCxn id="7" idx="6"/>
            <a:endCxn id="28" idx="2"/>
          </p:cNvCxnSpPr>
          <p:nvPr/>
        </p:nvCxnSpPr>
        <p:spPr>
          <a:xfrm flipV="1">
            <a:off x="3235913" y="2117223"/>
            <a:ext cx="717555" cy="9649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9495F32-03AD-42AD-D40B-4C03055F2D41}"/>
              </a:ext>
            </a:extLst>
          </p:cNvPr>
          <p:cNvCxnSpPr>
            <a:stCxn id="7" idx="6"/>
            <a:endCxn id="31" idx="2"/>
          </p:cNvCxnSpPr>
          <p:nvPr/>
        </p:nvCxnSpPr>
        <p:spPr>
          <a:xfrm flipV="1">
            <a:off x="3235913" y="2998873"/>
            <a:ext cx="717555" cy="832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0F21C5F-BCC4-86A1-237F-7FA930B31DEC}"/>
              </a:ext>
            </a:extLst>
          </p:cNvPr>
          <p:cNvCxnSpPr>
            <a:stCxn id="7" idx="6"/>
            <a:endCxn id="34" idx="2"/>
          </p:cNvCxnSpPr>
          <p:nvPr/>
        </p:nvCxnSpPr>
        <p:spPr>
          <a:xfrm>
            <a:off x="3235913" y="3082145"/>
            <a:ext cx="717554" cy="7983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A240222-138D-C0A0-CC62-017B366FC7F8}"/>
              </a:ext>
            </a:extLst>
          </p:cNvPr>
          <p:cNvCxnSpPr>
            <a:stCxn id="7" idx="6"/>
            <a:endCxn id="37" idx="2"/>
          </p:cNvCxnSpPr>
          <p:nvPr/>
        </p:nvCxnSpPr>
        <p:spPr>
          <a:xfrm>
            <a:off x="3235913" y="3082145"/>
            <a:ext cx="717554" cy="19812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C4D0D28A-838C-BDCC-EF56-7C0A7ED3D808}"/>
              </a:ext>
            </a:extLst>
          </p:cNvPr>
          <p:cNvCxnSpPr>
            <a:stCxn id="8" idx="6"/>
            <a:endCxn id="28" idx="2"/>
          </p:cNvCxnSpPr>
          <p:nvPr/>
        </p:nvCxnSpPr>
        <p:spPr>
          <a:xfrm flipV="1">
            <a:off x="3235913" y="2117223"/>
            <a:ext cx="717555" cy="1686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1E67039F-06D5-7B3F-3B9F-84F3542581E6}"/>
              </a:ext>
            </a:extLst>
          </p:cNvPr>
          <p:cNvCxnSpPr>
            <a:stCxn id="8" idx="6"/>
            <a:endCxn id="31" idx="2"/>
          </p:cNvCxnSpPr>
          <p:nvPr/>
        </p:nvCxnSpPr>
        <p:spPr>
          <a:xfrm flipV="1">
            <a:off x="3235913" y="2998873"/>
            <a:ext cx="717555" cy="8044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0A32D2C6-A278-2CED-8087-E0E02F95740E}"/>
              </a:ext>
            </a:extLst>
          </p:cNvPr>
          <p:cNvCxnSpPr>
            <a:stCxn id="8" idx="6"/>
            <a:endCxn id="34" idx="2"/>
          </p:cNvCxnSpPr>
          <p:nvPr/>
        </p:nvCxnSpPr>
        <p:spPr>
          <a:xfrm>
            <a:off x="3235913" y="3803323"/>
            <a:ext cx="717554" cy="7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A9F0753-988A-B65D-71F1-EB866201B7EF}"/>
              </a:ext>
            </a:extLst>
          </p:cNvPr>
          <p:cNvCxnSpPr>
            <a:stCxn id="8" idx="6"/>
            <a:endCxn id="37" idx="2"/>
          </p:cNvCxnSpPr>
          <p:nvPr/>
        </p:nvCxnSpPr>
        <p:spPr>
          <a:xfrm>
            <a:off x="3235913" y="3803323"/>
            <a:ext cx="717554" cy="12601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7CA7641-4A8B-F8A1-46FD-868011E09085}"/>
              </a:ext>
            </a:extLst>
          </p:cNvPr>
          <p:cNvCxnSpPr>
            <a:stCxn id="9" idx="6"/>
            <a:endCxn id="28" idx="2"/>
          </p:cNvCxnSpPr>
          <p:nvPr/>
        </p:nvCxnSpPr>
        <p:spPr>
          <a:xfrm flipV="1">
            <a:off x="3235913" y="2117223"/>
            <a:ext cx="717555" cy="24074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EC430BC3-30E9-8791-2EBD-F22274ECD37D}"/>
              </a:ext>
            </a:extLst>
          </p:cNvPr>
          <p:cNvCxnSpPr>
            <a:stCxn id="9" idx="6"/>
            <a:endCxn id="31" idx="2"/>
          </p:cNvCxnSpPr>
          <p:nvPr/>
        </p:nvCxnSpPr>
        <p:spPr>
          <a:xfrm flipV="1">
            <a:off x="3235913" y="2998873"/>
            <a:ext cx="717555" cy="15257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D2927D5B-6CC2-BACB-7212-58CA3E76EB60}"/>
              </a:ext>
            </a:extLst>
          </p:cNvPr>
          <p:cNvCxnSpPr>
            <a:stCxn id="9" idx="6"/>
            <a:endCxn id="34" idx="2"/>
          </p:cNvCxnSpPr>
          <p:nvPr/>
        </p:nvCxnSpPr>
        <p:spPr>
          <a:xfrm flipV="1">
            <a:off x="3235913" y="3880523"/>
            <a:ext cx="717554" cy="6441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E816D55-D680-BF3C-A566-C2309B65096F}"/>
              </a:ext>
            </a:extLst>
          </p:cNvPr>
          <p:cNvCxnSpPr>
            <a:stCxn id="9" idx="6"/>
            <a:endCxn id="37" idx="2"/>
          </p:cNvCxnSpPr>
          <p:nvPr/>
        </p:nvCxnSpPr>
        <p:spPr>
          <a:xfrm>
            <a:off x="3235913" y="4524625"/>
            <a:ext cx="717554" cy="5388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7B34AF1-776A-631F-D716-579E661B84EC}"/>
              </a:ext>
            </a:extLst>
          </p:cNvPr>
          <p:cNvCxnSpPr>
            <a:stCxn id="28" idx="6"/>
            <a:endCxn id="40" idx="2"/>
          </p:cNvCxnSpPr>
          <p:nvPr/>
        </p:nvCxnSpPr>
        <p:spPr>
          <a:xfrm>
            <a:off x="4778892" y="2117223"/>
            <a:ext cx="7728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1F814C1F-B196-ED39-8D29-444A6FC2DDF5}"/>
              </a:ext>
            </a:extLst>
          </p:cNvPr>
          <p:cNvCxnSpPr>
            <a:stCxn id="28" idx="6"/>
            <a:endCxn id="43" idx="2"/>
          </p:cNvCxnSpPr>
          <p:nvPr/>
        </p:nvCxnSpPr>
        <p:spPr>
          <a:xfrm>
            <a:off x="4778892" y="2117223"/>
            <a:ext cx="772871" cy="8816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29AFE152-C130-F1E3-EC56-213C2941484D}"/>
              </a:ext>
            </a:extLst>
          </p:cNvPr>
          <p:cNvCxnSpPr>
            <a:stCxn id="28" idx="6"/>
            <a:endCxn id="46" idx="2"/>
          </p:cNvCxnSpPr>
          <p:nvPr/>
        </p:nvCxnSpPr>
        <p:spPr>
          <a:xfrm>
            <a:off x="4778892" y="2117223"/>
            <a:ext cx="772870" cy="1763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850AF630-C2BB-D527-7DD0-C495E53F94C8}"/>
              </a:ext>
            </a:extLst>
          </p:cNvPr>
          <p:cNvCxnSpPr>
            <a:stCxn id="28" idx="6"/>
            <a:endCxn id="49" idx="2"/>
          </p:cNvCxnSpPr>
          <p:nvPr/>
        </p:nvCxnSpPr>
        <p:spPr>
          <a:xfrm>
            <a:off x="4778892" y="2117223"/>
            <a:ext cx="772869" cy="2946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2D48D67C-940E-8C1E-8355-DC70628AFFEB}"/>
              </a:ext>
            </a:extLst>
          </p:cNvPr>
          <p:cNvCxnSpPr>
            <a:stCxn id="31" idx="6"/>
            <a:endCxn id="40" idx="2"/>
          </p:cNvCxnSpPr>
          <p:nvPr/>
        </p:nvCxnSpPr>
        <p:spPr>
          <a:xfrm flipV="1">
            <a:off x="4778894" y="2117223"/>
            <a:ext cx="772868" cy="8816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1D827C5-7898-2F2B-6A98-C3C838A6B328}"/>
              </a:ext>
            </a:extLst>
          </p:cNvPr>
          <p:cNvCxnSpPr>
            <a:stCxn id="31" idx="6"/>
            <a:endCxn id="43" idx="2"/>
          </p:cNvCxnSpPr>
          <p:nvPr/>
        </p:nvCxnSpPr>
        <p:spPr>
          <a:xfrm>
            <a:off x="4778894" y="2998873"/>
            <a:ext cx="7728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52B008AC-D73D-5FD1-0797-695CF460277E}"/>
              </a:ext>
            </a:extLst>
          </p:cNvPr>
          <p:cNvCxnSpPr>
            <a:stCxn id="31" idx="6"/>
            <a:endCxn id="46" idx="2"/>
          </p:cNvCxnSpPr>
          <p:nvPr/>
        </p:nvCxnSpPr>
        <p:spPr>
          <a:xfrm>
            <a:off x="4778894" y="2998873"/>
            <a:ext cx="772868" cy="8816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B66678C9-5FC5-CC9A-FFB0-41D728BE6E5A}"/>
              </a:ext>
            </a:extLst>
          </p:cNvPr>
          <p:cNvCxnSpPr>
            <a:stCxn id="31" idx="6"/>
            <a:endCxn id="49" idx="2"/>
          </p:cNvCxnSpPr>
          <p:nvPr/>
        </p:nvCxnSpPr>
        <p:spPr>
          <a:xfrm>
            <a:off x="4778894" y="2998873"/>
            <a:ext cx="772867" cy="20645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1750F490-1A6F-C532-8CDE-F247026629F9}"/>
              </a:ext>
            </a:extLst>
          </p:cNvPr>
          <p:cNvCxnSpPr>
            <a:stCxn id="34" idx="6"/>
            <a:endCxn id="40" idx="2"/>
          </p:cNvCxnSpPr>
          <p:nvPr/>
        </p:nvCxnSpPr>
        <p:spPr>
          <a:xfrm flipV="1">
            <a:off x="4778893" y="2117223"/>
            <a:ext cx="772869" cy="1763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2A8BB440-C49D-87A4-74DF-937834D99FDE}"/>
              </a:ext>
            </a:extLst>
          </p:cNvPr>
          <p:cNvCxnSpPr>
            <a:stCxn id="34" idx="6"/>
            <a:endCxn id="43" idx="2"/>
          </p:cNvCxnSpPr>
          <p:nvPr/>
        </p:nvCxnSpPr>
        <p:spPr>
          <a:xfrm flipV="1">
            <a:off x="4778893" y="2998873"/>
            <a:ext cx="772870" cy="8816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D9FBA819-0DFB-FEBF-69DC-8DEF42A34471}"/>
              </a:ext>
            </a:extLst>
          </p:cNvPr>
          <p:cNvCxnSpPr>
            <a:stCxn id="34" idx="6"/>
            <a:endCxn id="46" idx="2"/>
          </p:cNvCxnSpPr>
          <p:nvPr/>
        </p:nvCxnSpPr>
        <p:spPr>
          <a:xfrm>
            <a:off x="4778893" y="3880523"/>
            <a:ext cx="7728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29167AE-7708-EC1C-69BB-4AD272C4EEC9}"/>
              </a:ext>
            </a:extLst>
          </p:cNvPr>
          <p:cNvCxnSpPr>
            <a:stCxn id="34" idx="6"/>
            <a:endCxn id="49" idx="2"/>
          </p:cNvCxnSpPr>
          <p:nvPr/>
        </p:nvCxnSpPr>
        <p:spPr>
          <a:xfrm>
            <a:off x="4778893" y="3880523"/>
            <a:ext cx="772868" cy="11829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6472831D-6B56-5FFC-3AD2-EC0FB2380A3B}"/>
              </a:ext>
            </a:extLst>
          </p:cNvPr>
          <p:cNvCxnSpPr>
            <a:stCxn id="37" idx="6"/>
            <a:endCxn id="40" idx="2"/>
          </p:cNvCxnSpPr>
          <p:nvPr/>
        </p:nvCxnSpPr>
        <p:spPr>
          <a:xfrm flipV="1">
            <a:off x="4778893" y="2117223"/>
            <a:ext cx="772869" cy="2946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8D4D4ADA-8E43-DD40-8A68-DF861865D37D}"/>
              </a:ext>
            </a:extLst>
          </p:cNvPr>
          <p:cNvCxnSpPr>
            <a:stCxn id="37" idx="6"/>
            <a:endCxn id="43" idx="2"/>
          </p:cNvCxnSpPr>
          <p:nvPr/>
        </p:nvCxnSpPr>
        <p:spPr>
          <a:xfrm flipV="1">
            <a:off x="4778893" y="2998873"/>
            <a:ext cx="772870" cy="20645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9A5525ED-09BD-C9C5-CE83-473456FA9C90}"/>
              </a:ext>
            </a:extLst>
          </p:cNvPr>
          <p:cNvCxnSpPr>
            <a:stCxn id="37" idx="6"/>
            <a:endCxn id="46" idx="2"/>
          </p:cNvCxnSpPr>
          <p:nvPr/>
        </p:nvCxnSpPr>
        <p:spPr>
          <a:xfrm flipV="1">
            <a:off x="4778893" y="3880523"/>
            <a:ext cx="772869" cy="11829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C36AECC7-B5AD-0ED4-3B86-C97ECA4523F8}"/>
              </a:ext>
            </a:extLst>
          </p:cNvPr>
          <p:cNvCxnSpPr>
            <a:stCxn id="37" idx="6"/>
            <a:endCxn id="49" idx="2"/>
          </p:cNvCxnSpPr>
          <p:nvPr/>
        </p:nvCxnSpPr>
        <p:spPr>
          <a:xfrm>
            <a:off x="4778893" y="5063437"/>
            <a:ext cx="7728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AA179B35-74C7-B059-5005-43F449F8FC34}"/>
              </a:ext>
            </a:extLst>
          </p:cNvPr>
          <p:cNvSpPr/>
          <p:nvPr/>
        </p:nvSpPr>
        <p:spPr>
          <a:xfrm>
            <a:off x="7135601" y="3389697"/>
            <a:ext cx="72000" cy="72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sz="1400" dirty="0"/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8A3D3B69-AB34-E8A4-B542-F294C19426F0}"/>
              </a:ext>
            </a:extLst>
          </p:cNvPr>
          <p:cNvCxnSpPr>
            <a:cxnSpLocks/>
            <a:stCxn id="40" idx="6"/>
            <a:endCxn id="115" idx="2"/>
          </p:cNvCxnSpPr>
          <p:nvPr/>
        </p:nvCxnSpPr>
        <p:spPr>
          <a:xfrm>
            <a:off x="6377185" y="2117223"/>
            <a:ext cx="758416" cy="13084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6B1F4C50-5BA1-5F53-29BE-0953E2F1DF9E}"/>
              </a:ext>
            </a:extLst>
          </p:cNvPr>
          <p:cNvCxnSpPr>
            <a:cxnSpLocks/>
            <a:stCxn id="43" idx="6"/>
            <a:endCxn id="115" idx="2"/>
          </p:cNvCxnSpPr>
          <p:nvPr/>
        </p:nvCxnSpPr>
        <p:spPr>
          <a:xfrm>
            <a:off x="6377185" y="2998873"/>
            <a:ext cx="758416" cy="4268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EC190A9-5D40-D739-9205-6BB56FFF116E}"/>
              </a:ext>
            </a:extLst>
          </p:cNvPr>
          <p:cNvCxnSpPr>
            <a:cxnSpLocks/>
            <a:stCxn id="46" idx="6"/>
            <a:endCxn id="115" idx="2"/>
          </p:cNvCxnSpPr>
          <p:nvPr/>
        </p:nvCxnSpPr>
        <p:spPr>
          <a:xfrm flipV="1">
            <a:off x="6377184" y="3425697"/>
            <a:ext cx="758417" cy="4548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547CC516-EA0A-2537-88F3-4938F73CD145}"/>
              </a:ext>
            </a:extLst>
          </p:cNvPr>
          <p:cNvCxnSpPr>
            <a:cxnSpLocks/>
            <a:stCxn id="49" idx="6"/>
            <a:endCxn id="115" idx="2"/>
          </p:cNvCxnSpPr>
          <p:nvPr/>
        </p:nvCxnSpPr>
        <p:spPr>
          <a:xfrm flipV="1">
            <a:off x="6377184" y="3425697"/>
            <a:ext cx="758417" cy="16377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C90DDB-13C8-BDD3-3EAA-14C2CEEF6A01}"/>
                  </a:ext>
                </a:extLst>
              </p:cNvPr>
              <p:cNvSpPr txBox="1"/>
              <p:nvPr/>
            </p:nvSpPr>
            <p:spPr>
              <a:xfrm>
                <a:off x="4222539" y="4248461"/>
                <a:ext cx="30328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E" sz="140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AE" sz="1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C90DDB-13C8-BDD3-3EAA-14C2CEEF6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2539" y="4248461"/>
                <a:ext cx="30328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2DBAA83-776B-D0F4-E7D7-69C27F8B4D82}"/>
                  </a:ext>
                </a:extLst>
              </p:cNvPr>
              <p:cNvSpPr txBox="1"/>
              <p:nvPr/>
            </p:nvSpPr>
            <p:spPr>
              <a:xfrm>
                <a:off x="5825652" y="4248461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E" sz="140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AE" sz="1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2DBAA83-776B-D0F4-E7D7-69C27F8B4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5652" y="4248461"/>
                <a:ext cx="277640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7B84E42-7F1E-4358-C1EF-D1534A361056}"/>
              </a:ext>
            </a:extLst>
          </p:cNvPr>
          <p:cNvSpPr txBox="1"/>
          <p:nvPr/>
        </p:nvSpPr>
        <p:spPr>
          <a:xfrm>
            <a:off x="4005332" y="1312203"/>
            <a:ext cx="7377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1</a:t>
            </a:r>
            <a:endParaRPr lang="en-A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C18627-D3D1-0719-033C-CE08729C6445}"/>
              </a:ext>
            </a:extLst>
          </p:cNvPr>
          <p:cNvSpPr txBox="1"/>
          <p:nvPr/>
        </p:nvSpPr>
        <p:spPr>
          <a:xfrm>
            <a:off x="5595621" y="1318357"/>
            <a:ext cx="7377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2</a:t>
            </a:r>
            <a:endParaRPr lang="en-A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BBBDD53-B369-1EF2-74AA-85B75E0A2E66}"/>
                  </a:ext>
                </a:extLst>
              </p:cNvPr>
              <p:cNvSpPr txBox="1"/>
              <p:nvPr/>
            </p:nvSpPr>
            <p:spPr>
              <a:xfrm>
                <a:off x="2571933" y="2206807"/>
                <a:ext cx="62311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AE" sz="1400" i="1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BBBDD53-B369-1EF2-74AA-85B75E0A2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933" y="2206807"/>
                <a:ext cx="623119" cy="307777"/>
              </a:xfrm>
              <a:prstGeom prst="rect">
                <a:avLst/>
              </a:prstGeom>
              <a:blipFill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8878CDF-E74E-0A15-1503-7C4A221DE375}"/>
                  </a:ext>
                </a:extLst>
              </p:cNvPr>
              <p:cNvSpPr txBox="1"/>
              <p:nvPr/>
            </p:nvSpPr>
            <p:spPr>
              <a:xfrm>
                <a:off x="2571933" y="2926192"/>
                <a:ext cx="62311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AE" sz="1400" i="1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8878CDF-E74E-0A15-1503-7C4A221DE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933" y="2926192"/>
                <a:ext cx="623119" cy="307777"/>
              </a:xfrm>
              <a:prstGeom prst="rect">
                <a:avLst/>
              </a:prstGeom>
              <a:blipFill>
                <a:blip r:embed="rId6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37229F2-F1A3-897C-F9BC-DD4FFB91630B}"/>
                  </a:ext>
                </a:extLst>
              </p:cNvPr>
              <p:cNvSpPr txBox="1"/>
              <p:nvPr/>
            </p:nvSpPr>
            <p:spPr>
              <a:xfrm>
                <a:off x="2571931" y="3645577"/>
                <a:ext cx="63466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AE" sz="1400" i="1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37229F2-F1A3-897C-F9BC-DD4FFB916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931" y="3645577"/>
                <a:ext cx="634661" cy="307777"/>
              </a:xfrm>
              <a:prstGeom prst="rect">
                <a:avLst/>
              </a:prstGeom>
              <a:blipFill>
                <a:blip r:embed="rId7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2B1E428-7A17-4CC0-A88B-5D3C2A80C030}"/>
                  </a:ext>
                </a:extLst>
              </p:cNvPr>
              <p:cNvSpPr txBox="1"/>
              <p:nvPr/>
            </p:nvSpPr>
            <p:spPr>
              <a:xfrm>
                <a:off x="2579452" y="4326897"/>
                <a:ext cx="62504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AE" sz="1400" i="1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2B1E428-7A17-4CC0-A88B-5D3C2A80C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452" y="4326897"/>
                <a:ext cx="625043" cy="307777"/>
              </a:xfrm>
              <a:prstGeom prst="rect">
                <a:avLst/>
              </a:prstGeom>
              <a:blipFill>
                <a:blip r:embed="rId8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5D99908-75D6-16E9-FE88-A7E10F067794}"/>
                  </a:ext>
                </a:extLst>
              </p:cNvPr>
              <p:cNvSpPr txBox="1"/>
              <p:nvPr/>
            </p:nvSpPr>
            <p:spPr>
              <a:xfrm>
                <a:off x="7171601" y="3271808"/>
                <a:ext cx="63305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AE" sz="1400" i="1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5D99908-75D6-16E9-FE88-A7E10F067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601" y="3271808"/>
                <a:ext cx="633058" cy="307777"/>
              </a:xfrm>
              <a:prstGeom prst="rect">
                <a:avLst/>
              </a:prstGeom>
              <a:blipFill>
                <a:blip r:embed="rId9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3736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467B7-A189-A742-0F8E-BB49E631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3E846D44-7F3E-5C69-4140-9077EAEFFD8A}"/>
              </a:ext>
            </a:extLst>
          </p:cNvPr>
          <p:cNvSpPr/>
          <p:nvPr/>
        </p:nvSpPr>
        <p:spPr>
          <a:xfrm>
            <a:off x="3163913" y="2533516"/>
            <a:ext cx="72000" cy="72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sz="140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497FBCB-8999-7E52-597E-EB108743F6D3}"/>
              </a:ext>
            </a:extLst>
          </p:cNvPr>
          <p:cNvSpPr/>
          <p:nvPr/>
        </p:nvSpPr>
        <p:spPr>
          <a:xfrm>
            <a:off x="3163913" y="3148885"/>
            <a:ext cx="72000" cy="72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sz="140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0370EAB-E706-3C55-959F-8C4AFC79405E}"/>
              </a:ext>
            </a:extLst>
          </p:cNvPr>
          <p:cNvSpPr/>
          <p:nvPr/>
        </p:nvSpPr>
        <p:spPr>
          <a:xfrm>
            <a:off x="3163913" y="3767323"/>
            <a:ext cx="72000" cy="72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sz="14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CFE7697-ED16-4CD9-8297-034EF4A9A1CA}"/>
              </a:ext>
            </a:extLst>
          </p:cNvPr>
          <p:cNvSpPr/>
          <p:nvPr/>
        </p:nvSpPr>
        <p:spPr>
          <a:xfrm>
            <a:off x="3163913" y="4355063"/>
            <a:ext cx="72000" cy="72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sz="14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75D1B39-920B-A6CE-960F-BCB342482595}"/>
              </a:ext>
            </a:extLst>
          </p:cNvPr>
          <p:cNvGrpSpPr/>
          <p:nvPr/>
        </p:nvGrpSpPr>
        <p:grpSpPr>
          <a:xfrm>
            <a:off x="3953468" y="2084691"/>
            <a:ext cx="825424" cy="476024"/>
            <a:chOff x="4286251" y="2892624"/>
            <a:chExt cx="1485900" cy="476025"/>
          </a:xfrm>
          <a:solidFill>
            <a:srgbClr val="E4F6E2"/>
          </a:solidFill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6A02E67-7EC6-7796-A34B-D89319F3D1BC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9" name="Connector: Curved 28">
              <a:extLst>
                <a:ext uri="{FF2B5EF4-FFF2-40B4-BE49-F238E27FC236}">
                  <a16:creationId xmlns:a16="http://schemas.microsoft.com/office/drawing/2014/main" id="{C9FDE76F-5D5E-C792-ADF2-B49F6F013573}"/>
                </a:ext>
              </a:extLst>
            </p:cNvPr>
            <p:cNvCxnSpPr>
              <a:cxnSpLocks/>
              <a:stCxn id="28" idx="7"/>
              <a:endCxn id="28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DDBF103-1061-78E1-5190-192CBFFD872A}"/>
              </a:ext>
            </a:extLst>
          </p:cNvPr>
          <p:cNvGrpSpPr/>
          <p:nvPr/>
        </p:nvGrpSpPr>
        <p:grpSpPr>
          <a:xfrm>
            <a:off x="3953468" y="2863601"/>
            <a:ext cx="825426" cy="476024"/>
            <a:chOff x="4286251" y="2892624"/>
            <a:chExt cx="1485900" cy="476025"/>
          </a:xfrm>
          <a:solidFill>
            <a:srgbClr val="E4F6E2"/>
          </a:solidFill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622AF12-5901-0494-BD55-4C6B3301D7E1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2" name="Connector: Curved 31">
              <a:extLst>
                <a:ext uri="{FF2B5EF4-FFF2-40B4-BE49-F238E27FC236}">
                  <a16:creationId xmlns:a16="http://schemas.microsoft.com/office/drawing/2014/main" id="{7E2FE9D4-CE59-A659-3BBC-29572BC61409}"/>
                </a:ext>
              </a:extLst>
            </p:cNvPr>
            <p:cNvCxnSpPr>
              <a:cxnSpLocks/>
              <a:stCxn id="31" idx="7"/>
              <a:endCxn id="31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98B77C4-4017-9179-0FD2-BF541F6F72AD}"/>
              </a:ext>
            </a:extLst>
          </p:cNvPr>
          <p:cNvGrpSpPr/>
          <p:nvPr/>
        </p:nvGrpSpPr>
        <p:grpSpPr>
          <a:xfrm>
            <a:off x="3953467" y="3642511"/>
            <a:ext cx="825426" cy="476024"/>
            <a:chOff x="4286251" y="2892624"/>
            <a:chExt cx="1485900" cy="476025"/>
          </a:xfrm>
          <a:solidFill>
            <a:srgbClr val="E4F6E2"/>
          </a:solidFill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8BCBB876-ECCA-287C-7E6F-5D18A5D4954E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" name="Connector: Curved 34">
              <a:extLst>
                <a:ext uri="{FF2B5EF4-FFF2-40B4-BE49-F238E27FC236}">
                  <a16:creationId xmlns:a16="http://schemas.microsoft.com/office/drawing/2014/main" id="{A1A9D0C9-CE63-5C94-4B4A-F5987F7E8CBF}"/>
                </a:ext>
              </a:extLst>
            </p:cNvPr>
            <p:cNvCxnSpPr>
              <a:cxnSpLocks/>
              <a:stCxn id="34" idx="7"/>
              <a:endCxn id="34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4A1E67A-14B2-2D48-2206-3F68673A1862}"/>
              </a:ext>
            </a:extLst>
          </p:cNvPr>
          <p:cNvGrpSpPr/>
          <p:nvPr/>
        </p:nvGrpSpPr>
        <p:grpSpPr>
          <a:xfrm>
            <a:off x="3953467" y="4691863"/>
            <a:ext cx="825426" cy="476024"/>
            <a:chOff x="4286251" y="2892624"/>
            <a:chExt cx="1485900" cy="476025"/>
          </a:xfrm>
          <a:solidFill>
            <a:srgbClr val="E4F6E2"/>
          </a:solidFill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650842BA-8EE1-8249-BDDE-BD74A21EAFB1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8" name="Connector: Curved 37">
              <a:extLst>
                <a:ext uri="{FF2B5EF4-FFF2-40B4-BE49-F238E27FC236}">
                  <a16:creationId xmlns:a16="http://schemas.microsoft.com/office/drawing/2014/main" id="{C634A847-557B-4B2F-0F3F-82FD0A36F887}"/>
                </a:ext>
              </a:extLst>
            </p:cNvPr>
            <p:cNvCxnSpPr>
              <a:cxnSpLocks/>
              <a:stCxn id="37" idx="7"/>
              <a:endCxn id="37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EE61984-B963-DABF-64B0-E1FBE0E3EB52}"/>
              </a:ext>
            </a:extLst>
          </p:cNvPr>
          <p:cNvGrpSpPr/>
          <p:nvPr/>
        </p:nvGrpSpPr>
        <p:grpSpPr>
          <a:xfrm>
            <a:off x="5551762" y="2084691"/>
            <a:ext cx="825423" cy="476024"/>
            <a:chOff x="4286251" y="2892624"/>
            <a:chExt cx="1485900" cy="476025"/>
          </a:xfrm>
          <a:solidFill>
            <a:srgbClr val="E4F6E2"/>
          </a:solidFill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C2B5BE1A-D445-F2A8-9744-A9371F789479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1" name="Connector: Curved 40">
              <a:extLst>
                <a:ext uri="{FF2B5EF4-FFF2-40B4-BE49-F238E27FC236}">
                  <a16:creationId xmlns:a16="http://schemas.microsoft.com/office/drawing/2014/main" id="{13D3F115-4859-B3AD-9DCF-8DE4A4A9CFF9}"/>
                </a:ext>
              </a:extLst>
            </p:cNvPr>
            <p:cNvCxnSpPr>
              <a:cxnSpLocks/>
              <a:stCxn id="40" idx="7"/>
              <a:endCxn id="40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2653A74-B921-1E00-79C9-102B5F7219C6}"/>
              </a:ext>
            </a:extLst>
          </p:cNvPr>
          <p:cNvGrpSpPr/>
          <p:nvPr/>
        </p:nvGrpSpPr>
        <p:grpSpPr>
          <a:xfrm>
            <a:off x="5551763" y="2863601"/>
            <a:ext cx="825422" cy="476024"/>
            <a:chOff x="4286251" y="2892624"/>
            <a:chExt cx="1485900" cy="476025"/>
          </a:xfrm>
          <a:solidFill>
            <a:srgbClr val="E4F6E2"/>
          </a:solidFill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EC53EA7-E0D7-75F8-0611-C629C9407393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4" name="Connector: Curved 43">
              <a:extLst>
                <a:ext uri="{FF2B5EF4-FFF2-40B4-BE49-F238E27FC236}">
                  <a16:creationId xmlns:a16="http://schemas.microsoft.com/office/drawing/2014/main" id="{FBCF4F35-AAA6-3709-FC74-2D088071E559}"/>
                </a:ext>
              </a:extLst>
            </p:cNvPr>
            <p:cNvCxnSpPr>
              <a:cxnSpLocks/>
              <a:stCxn id="43" idx="7"/>
              <a:endCxn id="43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12DCD9E-D9C8-F827-736A-E76DBB90E2E1}"/>
              </a:ext>
            </a:extLst>
          </p:cNvPr>
          <p:cNvGrpSpPr/>
          <p:nvPr/>
        </p:nvGrpSpPr>
        <p:grpSpPr>
          <a:xfrm>
            <a:off x="5551762" y="3642511"/>
            <a:ext cx="825422" cy="476024"/>
            <a:chOff x="4286251" y="2892624"/>
            <a:chExt cx="1485900" cy="476025"/>
          </a:xfrm>
          <a:solidFill>
            <a:srgbClr val="E4F6E2"/>
          </a:solidFill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5E89457E-D48D-4B8E-130C-32BEAB70F0F7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7" name="Connector: Curved 46">
              <a:extLst>
                <a:ext uri="{FF2B5EF4-FFF2-40B4-BE49-F238E27FC236}">
                  <a16:creationId xmlns:a16="http://schemas.microsoft.com/office/drawing/2014/main" id="{4614C09E-E43D-35CB-1ADC-4F662A6B5697}"/>
                </a:ext>
              </a:extLst>
            </p:cNvPr>
            <p:cNvCxnSpPr>
              <a:cxnSpLocks/>
              <a:stCxn id="46" idx="7"/>
              <a:endCxn id="46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7B3D98C-A7B7-6C9C-94C7-9CC778874C91}"/>
              </a:ext>
            </a:extLst>
          </p:cNvPr>
          <p:cNvGrpSpPr/>
          <p:nvPr/>
        </p:nvGrpSpPr>
        <p:grpSpPr>
          <a:xfrm>
            <a:off x="5551761" y="4691863"/>
            <a:ext cx="825423" cy="476024"/>
            <a:chOff x="4286251" y="2892624"/>
            <a:chExt cx="1485900" cy="476025"/>
          </a:xfrm>
          <a:solidFill>
            <a:srgbClr val="E4F6E2"/>
          </a:solidFill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011664FE-07A3-46E1-BB5B-B6B5F13E58B8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solidFill>
              <a:srgbClr val="E4F6E2"/>
            </a:solidFill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0" name="Connector: Curved 49">
              <a:extLst>
                <a:ext uri="{FF2B5EF4-FFF2-40B4-BE49-F238E27FC236}">
                  <a16:creationId xmlns:a16="http://schemas.microsoft.com/office/drawing/2014/main" id="{88FB6837-9B74-F64E-6549-FD49C06C3AA4}"/>
                </a:ext>
              </a:extLst>
            </p:cNvPr>
            <p:cNvCxnSpPr>
              <a:cxnSpLocks/>
              <a:stCxn id="49" idx="7"/>
              <a:endCxn id="49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DA2BB55-1467-9140-6C41-DEA38A4251E7}"/>
              </a:ext>
            </a:extLst>
          </p:cNvPr>
          <p:cNvCxnSpPr>
            <a:stCxn id="6" idx="6"/>
            <a:endCxn id="28" idx="2"/>
          </p:cNvCxnSpPr>
          <p:nvPr/>
        </p:nvCxnSpPr>
        <p:spPr>
          <a:xfrm flipV="1">
            <a:off x="3235913" y="2322703"/>
            <a:ext cx="717555" cy="2468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DFB1201-D924-F6CE-F9B9-721694886375}"/>
              </a:ext>
            </a:extLst>
          </p:cNvPr>
          <p:cNvCxnSpPr>
            <a:stCxn id="6" idx="6"/>
            <a:endCxn id="31" idx="2"/>
          </p:cNvCxnSpPr>
          <p:nvPr/>
        </p:nvCxnSpPr>
        <p:spPr>
          <a:xfrm>
            <a:off x="3235913" y="2569516"/>
            <a:ext cx="717555" cy="5320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ACD733D-D3E9-A411-FF1E-F916DFA19CDD}"/>
              </a:ext>
            </a:extLst>
          </p:cNvPr>
          <p:cNvCxnSpPr>
            <a:stCxn id="6" idx="6"/>
            <a:endCxn id="34" idx="2"/>
          </p:cNvCxnSpPr>
          <p:nvPr/>
        </p:nvCxnSpPr>
        <p:spPr>
          <a:xfrm>
            <a:off x="3235913" y="2569516"/>
            <a:ext cx="717554" cy="13110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302A66F-AF5C-735F-3F2E-BFA377BC57CF}"/>
              </a:ext>
            </a:extLst>
          </p:cNvPr>
          <p:cNvCxnSpPr>
            <a:stCxn id="6" idx="6"/>
            <a:endCxn id="37" idx="2"/>
          </p:cNvCxnSpPr>
          <p:nvPr/>
        </p:nvCxnSpPr>
        <p:spPr>
          <a:xfrm>
            <a:off x="3235913" y="2569516"/>
            <a:ext cx="717554" cy="23603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8149D12-3F72-A031-0A3D-FC666A682605}"/>
              </a:ext>
            </a:extLst>
          </p:cNvPr>
          <p:cNvCxnSpPr>
            <a:stCxn id="7" idx="6"/>
            <a:endCxn id="28" idx="2"/>
          </p:cNvCxnSpPr>
          <p:nvPr/>
        </p:nvCxnSpPr>
        <p:spPr>
          <a:xfrm flipV="1">
            <a:off x="3235913" y="2322703"/>
            <a:ext cx="717555" cy="8621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649BF9D-8487-797A-9735-797294848452}"/>
              </a:ext>
            </a:extLst>
          </p:cNvPr>
          <p:cNvCxnSpPr>
            <a:stCxn id="7" idx="6"/>
            <a:endCxn id="31" idx="2"/>
          </p:cNvCxnSpPr>
          <p:nvPr/>
        </p:nvCxnSpPr>
        <p:spPr>
          <a:xfrm flipV="1">
            <a:off x="3235913" y="3101613"/>
            <a:ext cx="717555" cy="832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2929834-88C4-8B30-C1FB-BCCA6592C98A}"/>
              </a:ext>
            </a:extLst>
          </p:cNvPr>
          <p:cNvCxnSpPr>
            <a:stCxn id="7" idx="6"/>
            <a:endCxn id="34" idx="2"/>
          </p:cNvCxnSpPr>
          <p:nvPr/>
        </p:nvCxnSpPr>
        <p:spPr>
          <a:xfrm>
            <a:off x="3235913" y="3184885"/>
            <a:ext cx="717554" cy="6956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B67D316A-79A9-16B1-A055-EB72C48ABBE6}"/>
              </a:ext>
            </a:extLst>
          </p:cNvPr>
          <p:cNvCxnSpPr>
            <a:stCxn id="7" idx="6"/>
            <a:endCxn id="37" idx="2"/>
          </p:cNvCxnSpPr>
          <p:nvPr/>
        </p:nvCxnSpPr>
        <p:spPr>
          <a:xfrm>
            <a:off x="3235913" y="3184885"/>
            <a:ext cx="717554" cy="17449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B96FD35C-D9E3-A379-1750-8CD9EA5E73F8}"/>
              </a:ext>
            </a:extLst>
          </p:cNvPr>
          <p:cNvCxnSpPr>
            <a:stCxn id="8" idx="6"/>
            <a:endCxn id="28" idx="2"/>
          </p:cNvCxnSpPr>
          <p:nvPr/>
        </p:nvCxnSpPr>
        <p:spPr>
          <a:xfrm flipV="1">
            <a:off x="3235913" y="2322703"/>
            <a:ext cx="717555" cy="14806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31A5E8D9-446E-5A91-3C30-D89E0CC1821F}"/>
              </a:ext>
            </a:extLst>
          </p:cNvPr>
          <p:cNvCxnSpPr>
            <a:stCxn id="8" idx="6"/>
            <a:endCxn id="31" idx="2"/>
          </p:cNvCxnSpPr>
          <p:nvPr/>
        </p:nvCxnSpPr>
        <p:spPr>
          <a:xfrm flipV="1">
            <a:off x="3235913" y="3101613"/>
            <a:ext cx="717555" cy="7017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A9969F4B-7747-3525-A60B-D94901C88D5A}"/>
              </a:ext>
            </a:extLst>
          </p:cNvPr>
          <p:cNvCxnSpPr>
            <a:stCxn id="8" idx="6"/>
            <a:endCxn id="34" idx="2"/>
          </p:cNvCxnSpPr>
          <p:nvPr/>
        </p:nvCxnSpPr>
        <p:spPr>
          <a:xfrm>
            <a:off x="3235913" y="3803323"/>
            <a:ext cx="717554" cy="7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2B02DB2-3EEE-7345-39AA-69991A06EBA0}"/>
              </a:ext>
            </a:extLst>
          </p:cNvPr>
          <p:cNvCxnSpPr>
            <a:stCxn id="8" idx="6"/>
            <a:endCxn id="37" idx="2"/>
          </p:cNvCxnSpPr>
          <p:nvPr/>
        </p:nvCxnSpPr>
        <p:spPr>
          <a:xfrm>
            <a:off x="3235913" y="3803323"/>
            <a:ext cx="717554" cy="11265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34880B1-9012-3D29-03E5-B06617C8A89B}"/>
              </a:ext>
            </a:extLst>
          </p:cNvPr>
          <p:cNvCxnSpPr>
            <a:stCxn id="9" idx="6"/>
            <a:endCxn id="28" idx="2"/>
          </p:cNvCxnSpPr>
          <p:nvPr/>
        </p:nvCxnSpPr>
        <p:spPr>
          <a:xfrm flipV="1">
            <a:off x="3235913" y="2322703"/>
            <a:ext cx="717555" cy="20683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5BAE4453-3E8D-707E-77C6-64D1C9B53936}"/>
              </a:ext>
            </a:extLst>
          </p:cNvPr>
          <p:cNvCxnSpPr>
            <a:stCxn id="9" idx="6"/>
            <a:endCxn id="31" idx="2"/>
          </p:cNvCxnSpPr>
          <p:nvPr/>
        </p:nvCxnSpPr>
        <p:spPr>
          <a:xfrm flipV="1">
            <a:off x="3235913" y="3101613"/>
            <a:ext cx="717555" cy="12894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D4B0287D-062E-056A-8171-AE4002B45A20}"/>
              </a:ext>
            </a:extLst>
          </p:cNvPr>
          <p:cNvCxnSpPr>
            <a:stCxn id="9" idx="6"/>
            <a:endCxn id="34" idx="2"/>
          </p:cNvCxnSpPr>
          <p:nvPr/>
        </p:nvCxnSpPr>
        <p:spPr>
          <a:xfrm flipV="1">
            <a:off x="3235913" y="3880523"/>
            <a:ext cx="717554" cy="5105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9825A0D-9258-E599-7B55-DC10DD42B22E}"/>
              </a:ext>
            </a:extLst>
          </p:cNvPr>
          <p:cNvCxnSpPr>
            <a:stCxn id="9" idx="6"/>
            <a:endCxn id="37" idx="2"/>
          </p:cNvCxnSpPr>
          <p:nvPr/>
        </p:nvCxnSpPr>
        <p:spPr>
          <a:xfrm>
            <a:off x="3235913" y="4391063"/>
            <a:ext cx="717554" cy="5388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6956E3F-9DE6-A4D5-9A10-0FBA187439D9}"/>
              </a:ext>
            </a:extLst>
          </p:cNvPr>
          <p:cNvCxnSpPr>
            <a:stCxn id="28" idx="6"/>
            <a:endCxn id="40" idx="2"/>
          </p:cNvCxnSpPr>
          <p:nvPr/>
        </p:nvCxnSpPr>
        <p:spPr>
          <a:xfrm>
            <a:off x="4778892" y="2322703"/>
            <a:ext cx="7728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C4AF4A1-AAC0-9131-0A45-254A273F9598}"/>
              </a:ext>
            </a:extLst>
          </p:cNvPr>
          <p:cNvCxnSpPr>
            <a:stCxn id="28" idx="6"/>
            <a:endCxn id="43" idx="2"/>
          </p:cNvCxnSpPr>
          <p:nvPr/>
        </p:nvCxnSpPr>
        <p:spPr>
          <a:xfrm>
            <a:off x="4778892" y="2322703"/>
            <a:ext cx="772871" cy="7789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C352C9E-3C53-0BA3-A768-FFF2D35E9CDE}"/>
              </a:ext>
            </a:extLst>
          </p:cNvPr>
          <p:cNvCxnSpPr>
            <a:stCxn id="28" idx="6"/>
            <a:endCxn id="46" idx="2"/>
          </p:cNvCxnSpPr>
          <p:nvPr/>
        </p:nvCxnSpPr>
        <p:spPr>
          <a:xfrm>
            <a:off x="4778892" y="2322703"/>
            <a:ext cx="772870" cy="15578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B44A40F6-3DC5-59DE-6437-274F86996FF4}"/>
              </a:ext>
            </a:extLst>
          </p:cNvPr>
          <p:cNvCxnSpPr>
            <a:stCxn id="28" idx="6"/>
            <a:endCxn id="49" idx="2"/>
          </p:cNvCxnSpPr>
          <p:nvPr/>
        </p:nvCxnSpPr>
        <p:spPr>
          <a:xfrm>
            <a:off x="4778892" y="2322703"/>
            <a:ext cx="772869" cy="26071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62C53751-A886-7B18-4C9A-B6D38B6E6A02}"/>
              </a:ext>
            </a:extLst>
          </p:cNvPr>
          <p:cNvCxnSpPr>
            <a:stCxn id="31" idx="6"/>
            <a:endCxn id="40" idx="2"/>
          </p:cNvCxnSpPr>
          <p:nvPr/>
        </p:nvCxnSpPr>
        <p:spPr>
          <a:xfrm flipV="1">
            <a:off x="4778894" y="2322703"/>
            <a:ext cx="772868" cy="7789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8A08C622-3D9C-160A-4A07-D64FC245189A}"/>
              </a:ext>
            </a:extLst>
          </p:cNvPr>
          <p:cNvCxnSpPr>
            <a:stCxn id="31" idx="6"/>
            <a:endCxn id="43" idx="2"/>
          </p:cNvCxnSpPr>
          <p:nvPr/>
        </p:nvCxnSpPr>
        <p:spPr>
          <a:xfrm>
            <a:off x="4778894" y="3101613"/>
            <a:ext cx="7728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7AC1B37B-0093-677E-2502-4919E48A02C7}"/>
              </a:ext>
            </a:extLst>
          </p:cNvPr>
          <p:cNvCxnSpPr>
            <a:stCxn id="31" idx="6"/>
            <a:endCxn id="46" idx="2"/>
          </p:cNvCxnSpPr>
          <p:nvPr/>
        </p:nvCxnSpPr>
        <p:spPr>
          <a:xfrm>
            <a:off x="4778894" y="3101613"/>
            <a:ext cx="772868" cy="7789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B254C1AF-62B3-14E2-65EE-D29FD3DE372D}"/>
              </a:ext>
            </a:extLst>
          </p:cNvPr>
          <p:cNvCxnSpPr>
            <a:stCxn id="31" idx="6"/>
            <a:endCxn id="49" idx="2"/>
          </p:cNvCxnSpPr>
          <p:nvPr/>
        </p:nvCxnSpPr>
        <p:spPr>
          <a:xfrm>
            <a:off x="4778894" y="3101613"/>
            <a:ext cx="772867" cy="18282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8C2E1A34-9160-F20E-6D1A-E35046B758C1}"/>
              </a:ext>
            </a:extLst>
          </p:cNvPr>
          <p:cNvCxnSpPr>
            <a:stCxn id="34" idx="6"/>
            <a:endCxn id="40" idx="2"/>
          </p:cNvCxnSpPr>
          <p:nvPr/>
        </p:nvCxnSpPr>
        <p:spPr>
          <a:xfrm flipV="1">
            <a:off x="4778893" y="2322703"/>
            <a:ext cx="772869" cy="15578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9F4F1549-551A-4FB1-784C-F74D242872FE}"/>
              </a:ext>
            </a:extLst>
          </p:cNvPr>
          <p:cNvCxnSpPr>
            <a:stCxn id="34" idx="6"/>
            <a:endCxn id="43" idx="2"/>
          </p:cNvCxnSpPr>
          <p:nvPr/>
        </p:nvCxnSpPr>
        <p:spPr>
          <a:xfrm flipV="1">
            <a:off x="4778893" y="3101613"/>
            <a:ext cx="772870" cy="7789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3F4EAC15-A9A2-C56A-5FDC-36A9CDFCC55E}"/>
              </a:ext>
            </a:extLst>
          </p:cNvPr>
          <p:cNvCxnSpPr>
            <a:stCxn id="34" idx="6"/>
            <a:endCxn id="46" idx="2"/>
          </p:cNvCxnSpPr>
          <p:nvPr/>
        </p:nvCxnSpPr>
        <p:spPr>
          <a:xfrm>
            <a:off x="4778893" y="3880523"/>
            <a:ext cx="7728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BF0575A6-6296-99DE-FD78-B7DAD9F281D4}"/>
              </a:ext>
            </a:extLst>
          </p:cNvPr>
          <p:cNvCxnSpPr>
            <a:stCxn id="34" idx="6"/>
            <a:endCxn id="49" idx="2"/>
          </p:cNvCxnSpPr>
          <p:nvPr/>
        </p:nvCxnSpPr>
        <p:spPr>
          <a:xfrm>
            <a:off x="4778893" y="3880523"/>
            <a:ext cx="772868" cy="10493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281FAEF6-202A-F51B-2E6B-C4737B1C8645}"/>
              </a:ext>
            </a:extLst>
          </p:cNvPr>
          <p:cNvCxnSpPr>
            <a:stCxn id="37" idx="6"/>
            <a:endCxn id="40" idx="2"/>
          </p:cNvCxnSpPr>
          <p:nvPr/>
        </p:nvCxnSpPr>
        <p:spPr>
          <a:xfrm flipV="1">
            <a:off x="4778893" y="2322703"/>
            <a:ext cx="772869" cy="26071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B44E7451-0270-D824-67A3-76454FBC21E6}"/>
              </a:ext>
            </a:extLst>
          </p:cNvPr>
          <p:cNvCxnSpPr>
            <a:stCxn id="37" idx="6"/>
            <a:endCxn id="43" idx="2"/>
          </p:cNvCxnSpPr>
          <p:nvPr/>
        </p:nvCxnSpPr>
        <p:spPr>
          <a:xfrm flipV="1">
            <a:off x="4778893" y="3101613"/>
            <a:ext cx="772870" cy="18282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9DA15626-1D0B-6D49-FACE-DDB6F7B13A34}"/>
              </a:ext>
            </a:extLst>
          </p:cNvPr>
          <p:cNvCxnSpPr>
            <a:stCxn id="37" idx="6"/>
            <a:endCxn id="46" idx="2"/>
          </p:cNvCxnSpPr>
          <p:nvPr/>
        </p:nvCxnSpPr>
        <p:spPr>
          <a:xfrm flipV="1">
            <a:off x="4778893" y="3880523"/>
            <a:ext cx="772869" cy="10493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3E8AB52E-6621-2EBE-DBC6-EAEFAABBABF9}"/>
              </a:ext>
            </a:extLst>
          </p:cNvPr>
          <p:cNvCxnSpPr>
            <a:stCxn id="37" idx="6"/>
            <a:endCxn id="49" idx="2"/>
          </p:cNvCxnSpPr>
          <p:nvPr/>
        </p:nvCxnSpPr>
        <p:spPr>
          <a:xfrm>
            <a:off x="4778893" y="4929875"/>
            <a:ext cx="7728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187C314B-DA80-BE6C-AFF6-089BDFE90530}"/>
              </a:ext>
            </a:extLst>
          </p:cNvPr>
          <p:cNvSpPr/>
          <p:nvPr/>
        </p:nvSpPr>
        <p:spPr>
          <a:xfrm>
            <a:off x="7135601" y="3389697"/>
            <a:ext cx="72000" cy="72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sz="1400" dirty="0"/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0A9C2E12-D005-24B7-E27B-A23A45B9D87B}"/>
              </a:ext>
            </a:extLst>
          </p:cNvPr>
          <p:cNvCxnSpPr>
            <a:cxnSpLocks/>
            <a:stCxn id="40" idx="6"/>
            <a:endCxn id="115" idx="2"/>
          </p:cNvCxnSpPr>
          <p:nvPr/>
        </p:nvCxnSpPr>
        <p:spPr>
          <a:xfrm>
            <a:off x="6377185" y="2322703"/>
            <a:ext cx="758416" cy="11029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C54929BF-92C3-223F-CDAE-E3A44AF3D88E}"/>
              </a:ext>
            </a:extLst>
          </p:cNvPr>
          <p:cNvCxnSpPr>
            <a:cxnSpLocks/>
            <a:stCxn id="43" idx="6"/>
            <a:endCxn id="115" idx="2"/>
          </p:cNvCxnSpPr>
          <p:nvPr/>
        </p:nvCxnSpPr>
        <p:spPr>
          <a:xfrm>
            <a:off x="6377185" y="3101613"/>
            <a:ext cx="758416" cy="3240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5EA9EA21-A5B5-4328-53B0-86021B845BE4}"/>
              </a:ext>
            </a:extLst>
          </p:cNvPr>
          <p:cNvCxnSpPr>
            <a:cxnSpLocks/>
            <a:stCxn id="46" idx="6"/>
            <a:endCxn id="115" idx="2"/>
          </p:cNvCxnSpPr>
          <p:nvPr/>
        </p:nvCxnSpPr>
        <p:spPr>
          <a:xfrm flipV="1">
            <a:off x="6377184" y="3425697"/>
            <a:ext cx="758417" cy="4548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65CFC8A8-8932-FE53-2400-6E8FC2B27608}"/>
              </a:ext>
            </a:extLst>
          </p:cNvPr>
          <p:cNvCxnSpPr>
            <a:cxnSpLocks/>
            <a:stCxn id="49" idx="6"/>
            <a:endCxn id="115" idx="2"/>
          </p:cNvCxnSpPr>
          <p:nvPr/>
        </p:nvCxnSpPr>
        <p:spPr>
          <a:xfrm flipV="1">
            <a:off x="6377184" y="3425697"/>
            <a:ext cx="758417" cy="15041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2544C2B-2506-9DE5-075A-72878A438531}"/>
                  </a:ext>
                </a:extLst>
              </p:cNvPr>
              <p:cNvSpPr txBox="1"/>
              <p:nvPr/>
            </p:nvSpPr>
            <p:spPr>
              <a:xfrm>
                <a:off x="4214533" y="4152005"/>
                <a:ext cx="30328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E" sz="140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AE" sz="1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2544C2B-2506-9DE5-075A-72878A438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4533" y="4152005"/>
                <a:ext cx="30328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C8826B-0DA3-0CA8-AE14-60EC15308868}"/>
                  </a:ext>
                </a:extLst>
              </p:cNvPr>
              <p:cNvSpPr txBox="1"/>
              <p:nvPr/>
            </p:nvSpPr>
            <p:spPr>
              <a:xfrm>
                <a:off x="5825652" y="4147851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E" sz="140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AE" sz="1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C8826B-0DA3-0CA8-AE14-60EC153088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5652" y="4147851"/>
                <a:ext cx="277640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DEEDC4B-0C2A-8B52-DE07-A14E1F0A3725}"/>
              </a:ext>
            </a:extLst>
          </p:cNvPr>
          <p:cNvSpPr txBox="1"/>
          <p:nvPr/>
        </p:nvSpPr>
        <p:spPr>
          <a:xfrm>
            <a:off x="4005332" y="1517683"/>
            <a:ext cx="7377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1</a:t>
            </a:r>
            <a:endParaRPr lang="en-A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8750CD-1005-C553-3B7E-985680A6ACED}"/>
              </a:ext>
            </a:extLst>
          </p:cNvPr>
          <p:cNvSpPr txBox="1"/>
          <p:nvPr/>
        </p:nvSpPr>
        <p:spPr>
          <a:xfrm>
            <a:off x="5595621" y="1523837"/>
            <a:ext cx="7377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2</a:t>
            </a:r>
            <a:endParaRPr lang="en-A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AD299B8-210F-45BA-9991-19B2BBFABDD9}"/>
                  </a:ext>
                </a:extLst>
              </p:cNvPr>
              <p:cNvSpPr txBox="1"/>
              <p:nvPr/>
            </p:nvSpPr>
            <p:spPr>
              <a:xfrm>
                <a:off x="2571933" y="2412287"/>
                <a:ext cx="62311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AE" sz="1400" i="1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AD299B8-210F-45BA-9991-19B2BBFAB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933" y="2412287"/>
                <a:ext cx="623119" cy="307777"/>
              </a:xfrm>
              <a:prstGeom prst="rect">
                <a:avLst/>
              </a:prstGeom>
              <a:blipFill>
                <a:blip r:embed="rId5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8A632FC-1470-9A5E-4974-37BDA84A3490}"/>
                  </a:ext>
                </a:extLst>
              </p:cNvPr>
              <p:cNvSpPr txBox="1"/>
              <p:nvPr/>
            </p:nvSpPr>
            <p:spPr>
              <a:xfrm>
                <a:off x="2571933" y="3028932"/>
                <a:ext cx="62311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AE" sz="1400" i="1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8A632FC-1470-9A5E-4974-37BDA84A3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933" y="3028932"/>
                <a:ext cx="623119" cy="307777"/>
              </a:xfrm>
              <a:prstGeom prst="rect">
                <a:avLst/>
              </a:prstGeom>
              <a:blipFill>
                <a:blip r:embed="rId6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B1ED4D-1242-A2AE-E786-DCC2D8EB07AD}"/>
                  </a:ext>
                </a:extLst>
              </p:cNvPr>
              <p:cNvSpPr txBox="1"/>
              <p:nvPr/>
            </p:nvSpPr>
            <p:spPr>
              <a:xfrm>
                <a:off x="2571931" y="3645577"/>
                <a:ext cx="63466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AE" sz="1400" i="1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B1ED4D-1242-A2AE-E786-DCC2D8EB0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931" y="3645577"/>
                <a:ext cx="634661" cy="307777"/>
              </a:xfrm>
              <a:prstGeom prst="rect">
                <a:avLst/>
              </a:prstGeom>
              <a:blipFill>
                <a:blip r:embed="rId7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9570C58-D52F-7DED-9AF3-C12F298FB19D}"/>
                  </a:ext>
                </a:extLst>
              </p:cNvPr>
              <p:cNvSpPr txBox="1"/>
              <p:nvPr/>
            </p:nvSpPr>
            <p:spPr>
              <a:xfrm>
                <a:off x="2579452" y="4193335"/>
                <a:ext cx="62504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AE" sz="1400" i="1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9570C58-D52F-7DED-9AF3-C12F298FB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452" y="4193335"/>
                <a:ext cx="625043" cy="307777"/>
              </a:xfrm>
              <a:prstGeom prst="rect">
                <a:avLst/>
              </a:prstGeom>
              <a:blipFill>
                <a:blip r:embed="rId8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1329BC9-9EDF-EB58-63AB-8368148FC458}"/>
                  </a:ext>
                </a:extLst>
              </p:cNvPr>
              <p:cNvSpPr txBox="1"/>
              <p:nvPr/>
            </p:nvSpPr>
            <p:spPr>
              <a:xfrm>
                <a:off x="7171601" y="3271808"/>
                <a:ext cx="63305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AE" sz="1400" i="1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1329BC9-9EDF-EB58-63AB-8368148FC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601" y="3271808"/>
                <a:ext cx="633058" cy="307777"/>
              </a:xfrm>
              <a:prstGeom prst="rect">
                <a:avLst/>
              </a:prstGeom>
              <a:blipFill>
                <a:blip r:embed="rId9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8786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E0E4E-1E37-C011-6474-42EEA10E8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D7ACE3F5-DB24-DD7A-565D-16E6E5B2530B}"/>
              </a:ext>
            </a:extLst>
          </p:cNvPr>
          <p:cNvSpPr/>
          <p:nvPr/>
        </p:nvSpPr>
        <p:spPr>
          <a:xfrm>
            <a:off x="3163913" y="2533516"/>
            <a:ext cx="72000" cy="72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sz="140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5FA55A3-FEED-B2C3-C596-5561BD82DEA0}"/>
              </a:ext>
            </a:extLst>
          </p:cNvPr>
          <p:cNvSpPr/>
          <p:nvPr/>
        </p:nvSpPr>
        <p:spPr>
          <a:xfrm>
            <a:off x="3163913" y="3148885"/>
            <a:ext cx="72000" cy="72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sz="140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F462AD0-3602-86B9-5ED8-171781407A8E}"/>
              </a:ext>
            </a:extLst>
          </p:cNvPr>
          <p:cNvSpPr/>
          <p:nvPr/>
        </p:nvSpPr>
        <p:spPr>
          <a:xfrm>
            <a:off x="3163913" y="3767323"/>
            <a:ext cx="72000" cy="72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sz="14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2BB27B7-7DB8-1A55-27C9-DB12514E24BD}"/>
              </a:ext>
            </a:extLst>
          </p:cNvPr>
          <p:cNvSpPr/>
          <p:nvPr/>
        </p:nvSpPr>
        <p:spPr>
          <a:xfrm>
            <a:off x="3163913" y="4355063"/>
            <a:ext cx="72000" cy="72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sz="14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4E19254-04A5-66EF-AD1E-94AC29D40414}"/>
              </a:ext>
            </a:extLst>
          </p:cNvPr>
          <p:cNvGrpSpPr/>
          <p:nvPr/>
        </p:nvGrpSpPr>
        <p:grpSpPr>
          <a:xfrm>
            <a:off x="3953468" y="2084691"/>
            <a:ext cx="825424" cy="476024"/>
            <a:chOff x="4286251" y="2892624"/>
            <a:chExt cx="1485900" cy="476025"/>
          </a:xfrm>
          <a:solidFill>
            <a:srgbClr val="E4F6E2"/>
          </a:solidFill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8323FD5-E507-391D-C6FC-2AFD79E4AE30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9" name="Connector: Curved 28">
              <a:extLst>
                <a:ext uri="{FF2B5EF4-FFF2-40B4-BE49-F238E27FC236}">
                  <a16:creationId xmlns:a16="http://schemas.microsoft.com/office/drawing/2014/main" id="{AD1BE623-0A4B-C9BF-FAF4-C0F57C4C95F7}"/>
                </a:ext>
              </a:extLst>
            </p:cNvPr>
            <p:cNvCxnSpPr>
              <a:cxnSpLocks/>
              <a:stCxn id="28" idx="7"/>
              <a:endCxn id="28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639A1D6-927A-D3BD-DE1B-B1C718F516D2}"/>
              </a:ext>
            </a:extLst>
          </p:cNvPr>
          <p:cNvGrpSpPr/>
          <p:nvPr/>
        </p:nvGrpSpPr>
        <p:grpSpPr>
          <a:xfrm>
            <a:off x="3953468" y="2863601"/>
            <a:ext cx="825426" cy="476024"/>
            <a:chOff x="4286251" y="2892624"/>
            <a:chExt cx="1485900" cy="476025"/>
          </a:xfrm>
          <a:solidFill>
            <a:srgbClr val="E4F6E2"/>
          </a:solidFill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C799A1D-989E-B6F1-D440-100F8DD4B1A5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2" name="Connector: Curved 31">
              <a:extLst>
                <a:ext uri="{FF2B5EF4-FFF2-40B4-BE49-F238E27FC236}">
                  <a16:creationId xmlns:a16="http://schemas.microsoft.com/office/drawing/2014/main" id="{08BD9DF6-F22D-AF8A-2D1E-006DF8A353E8}"/>
                </a:ext>
              </a:extLst>
            </p:cNvPr>
            <p:cNvCxnSpPr>
              <a:cxnSpLocks/>
              <a:stCxn id="31" idx="7"/>
              <a:endCxn id="31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B0D3243-3076-B9EF-07A8-278821753585}"/>
              </a:ext>
            </a:extLst>
          </p:cNvPr>
          <p:cNvGrpSpPr/>
          <p:nvPr/>
        </p:nvGrpSpPr>
        <p:grpSpPr>
          <a:xfrm>
            <a:off x="3953467" y="3642511"/>
            <a:ext cx="825426" cy="476024"/>
            <a:chOff x="4286251" y="2892624"/>
            <a:chExt cx="1485900" cy="476025"/>
          </a:xfrm>
          <a:solidFill>
            <a:srgbClr val="E4F6E2"/>
          </a:solidFill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0900125-7651-8E66-125F-037F9AE6DD80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" name="Connector: Curved 34">
              <a:extLst>
                <a:ext uri="{FF2B5EF4-FFF2-40B4-BE49-F238E27FC236}">
                  <a16:creationId xmlns:a16="http://schemas.microsoft.com/office/drawing/2014/main" id="{33D42612-5BE4-0F7F-E562-E2D9A47E37B9}"/>
                </a:ext>
              </a:extLst>
            </p:cNvPr>
            <p:cNvCxnSpPr>
              <a:cxnSpLocks/>
              <a:stCxn id="34" idx="7"/>
              <a:endCxn id="34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BFCB399-B19B-039A-A16F-2FBC7241BACB}"/>
              </a:ext>
            </a:extLst>
          </p:cNvPr>
          <p:cNvGrpSpPr/>
          <p:nvPr/>
        </p:nvGrpSpPr>
        <p:grpSpPr>
          <a:xfrm>
            <a:off x="3953467" y="4691863"/>
            <a:ext cx="825426" cy="476024"/>
            <a:chOff x="4286251" y="2892624"/>
            <a:chExt cx="1485900" cy="476025"/>
          </a:xfrm>
          <a:solidFill>
            <a:srgbClr val="E4F6E2"/>
          </a:solidFill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6A6610FF-24C6-F78C-A9C7-E3DD401DC761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8" name="Connector: Curved 37">
              <a:extLst>
                <a:ext uri="{FF2B5EF4-FFF2-40B4-BE49-F238E27FC236}">
                  <a16:creationId xmlns:a16="http://schemas.microsoft.com/office/drawing/2014/main" id="{9BCC3226-AFFE-90ED-C124-E4D33EDBC72A}"/>
                </a:ext>
              </a:extLst>
            </p:cNvPr>
            <p:cNvCxnSpPr>
              <a:cxnSpLocks/>
              <a:stCxn id="37" idx="7"/>
              <a:endCxn id="37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AB016CD-DC22-AACC-08C3-339ED1CC55DB}"/>
              </a:ext>
            </a:extLst>
          </p:cNvPr>
          <p:cNvGrpSpPr/>
          <p:nvPr/>
        </p:nvGrpSpPr>
        <p:grpSpPr>
          <a:xfrm>
            <a:off x="5551762" y="2084691"/>
            <a:ext cx="825423" cy="476024"/>
            <a:chOff x="4286251" y="2892624"/>
            <a:chExt cx="1485900" cy="476025"/>
          </a:xfrm>
          <a:solidFill>
            <a:srgbClr val="E4F6E2"/>
          </a:solidFill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03FB2A9-D623-AE32-36BC-F26B0F7602C0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1" name="Connector: Curved 40">
              <a:extLst>
                <a:ext uri="{FF2B5EF4-FFF2-40B4-BE49-F238E27FC236}">
                  <a16:creationId xmlns:a16="http://schemas.microsoft.com/office/drawing/2014/main" id="{19FDAC5A-52A1-2214-6872-5C97AA13136E}"/>
                </a:ext>
              </a:extLst>
            </p:cNvPr>
            <p:cNvCxnSpPr>
              <a:cxnSpLocks/>
              <a:stCxn id="40" idx="7"/>
              <a:endCxn id="40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27E04FD-4F08-0459-988B-FA452DDCB13E}"/>
              </a:ext>
            </a:extLst>
          </p:cNvPr>
          <p:cNvGrpSpPr/>
          <p:nvPr/>
        </p:nvGrpSpPr>
        <p:grpSpPr>
          <a:xfrm>
            <a:off x="5551763" y="2863601"/>
            <a:ext cx="825422" cy="476024"/>
            <a:chOff x="4286251" y="2892624"/>
            <a:chExt cx="1485900" cy="476025"/>
          </a:xfrm>
          <a:solidFill>
            <a:srgbClr val="E4F6E2"/>
          </a:solidFill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21B97A05-5503-C8AF-16FE-1926EE3E8573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4" name="Connector: Curved 43">
              <a:extLst>
                <a:ext uri="{FF2B5EF4-FFF2-40B4-BE49-F238E27FC236}">
                  <a16:creationId xmlns:a16="http://schemas.microsoft.com/office/drawing/2014/main" id="{B973297C-A598-CE48-6E66-7EEE97131CA6}"/>
                </a:ext>
              </a:extLst>
            </p:cNvPr>
            <p:cNvCxnSpPr>
              <a:cxnSpLocks/>
              <a:stCxn id="43" idx="7"/>
              <a:endCxn id="43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CD70370-DF39-787A-3AF6-3302A2A703DF}"/>
              </a:ext>
            </a:extLst>
          </p:cNvPr>
          <p:cNvGrpSpPr/>
          <p:nvPr/>
        </p:nvGrpSpPr>
        <p:grpSpPr>
          <a:xfrm>
            <a:off x="5551762" y="3642511"/>
            <a:ext cx="825422" cy="476024"/>
            <a:chOff x="4286251" y="2892624"/>
            <a:chExt cx="1485900" cy="476025"/>
          </a:xfrm>
          <a:solidFill>
            <a:srgbClr val="E4F6E2"/>
          </a:solidFill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34CDC0D-A1F7-7750-88C0-072A8AB00169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7" name="Connector: Curved 46">
              <a:extLst>
                <a:ext uri="{FF2B5EF4-FFF2-40B4-BE49-F238E27FC236}">
                  <a16:creationId xmlns:a16="http://schemas.microsoft.com/office/drawing/2014/main" id="{F8E01304-D2A5-4439-9990-574CF2AD706B}"/>
                </a:ext>
              </a:extLst>
            </p:cNvPr>
            <p:cNvCxnSpPr>
              <a:cxnSpLocks/>
              <a:stCxn id="46" idx="7"/>
              <a:endCxn id="46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B0DF427-E986-D84F-6084-BCDA5E7BDE6E}"/>
              </a:ext>
            </a:extLst>
          </p:cNvPr>
          <p:cNvGrpSpPr/>
          <p:nvPr/>
        </p:nvGrpSpPr>
        <p:grpSpPr>
          <a:xfrm>
            <a:off x="5551761" y="4691863"/>
            <a:ext cx="825423" cy="476024"/>
            <a:chOff x="4286251" y="2892624"/>
            <a:chExt cx="1485900" cy="476025"/>
          </a:xfrm>
          <a:solidFill>
            <a:srgbClr val="E4F6E2"/>
          </a:solidFill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E6932F3A-9055-96CB-268F-14908DCCEFC4}"/>
                </a:ext>
              </a:extLst>
            </p:cNvPr>
            <p:cNvSpPr/>
            <p:nvPr/>
          </p:nvSpPr>
          <p:spPr>
            <a:xfrm>
              <a:off x="4286251" y="2892624"/>
              <a:ext cx="1485900" cy="476025"/>
            </a:xfrm>
            <a:prstGeom prst="ellipse">
              <a:avLst/>
            </a:prstGeom>
            <a:solidFill>
              <a:srgbClr val="E4F6E2"/>
            </a:solidFill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</a:t>
              </a:r>
              <a:endParaRPr lang="en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0" name="Connector: Curved 49">
              <a:extLst>
                <a:ext uri="{FF2B5EF4-FFF2-40B4-BE49-F238E27FC236}">
                  <a16:creationId xmlns:a16="http://schemas.microsoft.com/office/drawing/2014/main" id="{D292B60E-D4DA-2B04-1C7C-6DB02F9F297F}"/>
                </a:ext>
              </a:extLst>
            </p:cNvPr>
            <p:cNvCxnSpPr>
              <a:cxnSpLocks/>
              <a:stCxn id="49" idx="7"/>
              <a:endCxn id="49" idx="1"/>
            </p:cNvCxnSpPr>
            <p:nvPr/>
          </p:nvCxnSpPr>
          <p:spPr>
            <a:xfrm rot="16200000" flipV="1">
              <a:off x="5029877" y="2436991"/>
              <a:ext cx="12700" cy="1050691"/>
            </a:xfrm>
            <a:prstGeom prst="curvedConnector3">
              <a:avLst>
                <a:gd name="adj1" fmla="val 2348913"/>
              </a:avLst>
            </a:prstGeom>
            <a:grpFill/>
            <a:ln>
              <a:solidFill>
                <a:schemeClr val="tx1"/>
              </a:solidFill>
              <a:tailEnd type="arrow" w="lg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B480C4F-E13C-208C-5F4F-8E251881D51C}"/>
              </a:ext>
            </a:extLst>
          </p:cNvPr>
          <p:cNvCxnSpPr>
            <a:stCxn id="6" idx="6"/>
            <a:endCxn id="28" idx="2"/>
          </p:cNvCxnSpPr>
          <p:nvPr/>
        </p:nvCxnSpPr>
        <p:spPr>
          <a:xfrm flipV="1">
            <a:off x="3235913" y="2322703"/>
            <a:ext cx="717555" cy="2468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9B90A29-9F22-0175-84AA-51763D74C49F}"/>
              </a:ext>
            </a:extLst>
          </p:cNvPr>
          <p:cNvCxnSpPr>
            <a:stCxn id="6" idx="6"/>
            <a:endCxn id="31" idx="2"/>
          </p:cNvCxnSpPr>
          <p:nvPr/>
        </p:nvCxnSpPr>
        <p:spPr>
          <a:xfrm>
            <a:off x="3235913" y="2569516"/>
            <a:ext cx="717555" cy="5320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28C371E-8EAE-D768-FD81-75175F34E73C}"/>
              </a:ext>
            </a:extLst>
          </p:cNvPr>
          <p:cNvCxnSpPr>
            <a:stCxn id="6" idx="6"/>
            <a:endCxn id="34" idx="2"/>
          </p:cNvCxnSpPr>
          <p:nvPr/>
        </p:nvCxnSpPr>
        <p:spPr>
          <a:xfrm>
            <a:off x="3235913" y="2569516"/>
            <a:ext cx="717554" cy="13110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E2781CC-8870-937F-E36E-68F38C57F20A}"/>
              </a:ext>
            </a:extLst>
          </p:cNvPr>
          <p:cNvCxnSpPr>
            <a:stCxn id="6" idx="6"/>
            <a:endCxn id="37" idx="2"/>
          </p:cNvCxnSpPr>
          <p:nvPr/>
        </p:nvCxnSpPr>
        <p:spPr>
          <a:xfrm>
            <a:off x="3235913" y="2569516"/>
            <a:ext cx="717554" cy="23603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05F3792-7942-86F8-3425-3C67B1BBCFFE}"/>
              </a:ext>
            </a:extLst>
          </p:cNvPr>
          <p:cNvCxnSpPr>
            <a:stCxn id="7" idx="6"/>
            <a:endCxn id="28" idx="2"/>
          </p:cNvCxnSpPr>
          <p:nvPr/>
        </p:nvCxnSpPr>
        <p:spPr>
          <a:xfrm flipV="1">
            <a:off x="3235913" y="2322703"/>
            <a:ext cx="717555" cy="8621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EDB4564F-06E8-CE8F-866C-54FF331CFC49}"/>
              </a:ext>
            </a:extLst>
          </p:cNvPr>
          <p:cNvCxnSpPr>
            <a:stCxn id="7" idx="6"/>
            <a:endCxn id="31" idx="2"/>
          </p:cNvCxnSpPr>
          <p:nvPr/>
        </p:nvCxnSpPr>
        <p:spPr>
          <a:xfrm flipV="1">
            <a:off x="3235913" y="3101613"/>
            <a:ext cx="717555" cy="832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C69DBF8-40CA-F43F-D4F3-EFD2712E069D}"/>
              </a:ext>
            </a:extLst>
          </p:cNvPr>
          <p:cNvCxnSpPr>
            <a:stCxn id="7" idx="6"/>
            <a:endCxn id="34" idx="2"/>
          </p:cNvCxnSpPr>
          <p:nvPr/>
        </p:nvCxnSpPr>
        <p:spPr>
          <a:xfrm>
            <a:off x="3235913" y="3184885"/>
            <a:ext cx="717554" cy="6956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4EC9D42-8BD9-747A-0F3E-AC9091CC1ADD}"/>
              </a:ext>
            </a:extLst>
          </p:cNvPr>
          <p:cNvCxnSpPr>
            <a:stCxn id="7" idx="6"/>
            <a:endCxn id="37" idx="2"/>
          </p:cNvCxnSpPr>
          <p:nvPr/>
        </p:nvCxnSpPr>
        <p:spPr>
          <a:xfrm>
            <a:off x="3235913" y="3184885"/>
            <a:ext cx="717554" cy="17449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2922009-58FF-DB09-0BAD-5DEE96F1954A}"/>
              </a:ext>
            </a:extLst>
          </p:cNvPr>
          <p:cNvCxnSpPr>
            <a:stCxn id="8" idx="6"/>
            <a:endCxn id="28" idx="2"/>
          </p:cNvCxnSpPr>
          <p:nvPr/>
        </p:nvCxnSpPr>
        <p:spPr>
          <a:xfrm flipV="1">
            <a:off x="3235913" y="2322703"/>
            <a:ext cx="717555" cy="14806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EEE0931D-5781-A2FE-4632-5E7C11ED94CF}"/>
              </a:ext>
            </a:extLst>
          </p:cNvPr>
          <p:cNvCxnSpPr>
            <a:stCxn id="8" idx="6"/>
            <a:endCxn id="31" idx="2"/>
          </p:cNvCxnSpPr>
          <p:nvPr/>
        </p:nvCxnSpPr>
        <p:spPr>
          <a:xfrm flipV="1">
            <a:off x="3235913" y="3101613"/>
            <a:ext cx="717555" cy="7017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506AE73-5418-F9D6-B6D7-D160A0FFC7E7}"/>
              </a:ext>
            </a:extLst>
          </p:cNvPr>
          <p:cNvCxnSpPr>
            <a:stCxn id="8" idx="6"/>
            <a:endCxn id="34" idx="2"/>
          </p:cNvCxnSpPr>
          <p:nvPr/>
        </p:nvCxnSpPr>
        <p:spPr>
          <a:xfrm>
            <a:off x="3235913" y="3803323"/>
            <a:ext cx="717554" cy="7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E60B194-A7FB-A0DA-FEA7-884CC1D38997}"/>
              </a:ext>
            </a:extLst>
          </p:cNvPr>
          <p:cNvCxnSpPr>
            <a:stCxn id="8" idx="6"/>
            <a:endCxn id="37" idx="2"/>
          </p:cNvCxnSpPr>
          <p:nvPr/>
        </p:nvCxnSpPr>
        <p:spPr>
          <a:xfrm>
            <a:off x="3235913" y="3803323"/>
            <a:ext cx="717554" cy="11265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A6E7383-E7D9-11D6-A802-CB99228C793E}"/>
              </a:ext>
            </a:extLst>
          </p:cNvPr>
          <p:cNvCxnSpPr>
            <a:stCxn id="9" idx="6"/>
            <a:endCxn id="28" idx="2"/>
          </p:cNvCxnSpPr>
          <p:nvPr/>
        </p:nvCxnSpPr>
        <p:spPr>
          <a:xfrm flipV="1">
            <a:off x="3235913" y="2322703"/>
            <a:ext cx="717555" cy="20683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023BBD95-9AD3-2979-3566-5BB6F3FC4988}"/>
              </a:ext>
            </a:extLst>
          </p:cNvPr>
          <p:cNvCxnSpPr>
            <a:stCxn id="9" idx="6"/>
            <a:endCxn id="31" idx="2"/>
          </p:cNvCxnSpPr>
          <p:nvPr/>
        </p:nvCxnSpPr>
        <p:spPr>
          <a:xfrm flipV="1">
            <a:off x="3235913" y="3101613"/>
            <a:ext cx="717555" cy="12894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86F0D4D-2A59-5433-2047-D9FD030F40F6}"/>
              </a:ext>
            </a:extLst>
          </p:cNvPr>
          <p:cNvCxnSpPr>
            <a:stCxn id="9" idx="6"/>
            <a:endCxn id="34" idx="2"/>
          </p:cNvCxnSpPr>
          <p:nvPr/>
        </p:nvCxnSpPr>
        <p:spPr>
          <a:xfrm flipV="1">
            <a:off x="3235913" y="3880523"/>
            <a:ext cx="717554" cy="5105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1FBEB862-1C1F-11C8-F784-0721810BC0B8}"/>
              </a:ext>
            </a:extLst>
          </p:cNvPr>
          <p:cNvCxnSpPr>
            <a:stCxn id="9" idx="6"/>
            <a:endCxn id="37" idx="2"/>
          </p:cNvCxnSpPr>
          <p:nvPr/>
        </p:nvCxnSpPr>
        <p:spPr>
          <a:xfrm>
            <a:off x="3235913" y="4391063"/>
            <a:ext cx="717554" cy="5388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3CE4A65-F0BB-A9F8-AA8A-3F30FEBB762B}"/>
              </a:ext>
            </a:extLst>
          </p:cNvPr>
          <p:cNvCxnSpPr>
            <a:stCxn id="28" idx="6"/>
            <a:endCxn id="40" idx="2"/>
          </p:cNvCxnSpPr>
          <p:nvPr/>
        </p:nvCxnSpPr>
        <p:spPr>
          <a:xfrm>
            <a:off x="4778892" y="2322703"/>
            <a:ext cx="7728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01D782BE-CAD6-B851-9743-260A92F2D045}"/>
              </a:ext>
            </a:extLst>
          </p:cNvPr>
          <p:cNvCxnSpPr>
            <a:stCxn id="28" idx="6"/>
            <a:endCxn id="43" idx="2"/>
          </p:cNvCxnSpPr>
          <p:nvPr/>
        </p:nvCxnSpPr>
        <p:spPr>
          <a:xfrm>
            <a:off x="4778892" y="2322703"/>
            <a:ext cx="772871" cy="7789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E1847072-0CB7-7D10-BA8B-4631BD0F10B4}"/>
              </a:ext>
            </a:extLst>
          </p:cNvPr>
          <p:cNvCxnSpPr>
            <a:stCxn id="28" idx="6"/>
            <a:endCxn id="46" idx="2"/>
          </p:cNvCxnSpPr>
          <p:nvPr/>
        </p:nvCxnSpPr>
        <p:spPr>
          <a:xfrm>
            <a:off x="4778892" y="2322703"/>
            <a:ext cx="772870" cy="15578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DF715926-37FA-A7B4-A261-A70F38BD4C25}"/>
              </a:ext>
            </a:extLst>
          </p:cNvPr>
          <p:cNvCxnSpPr>
            <a:stCxn id="28" idx="6"/>
            <a:endCxn id="49" idx="2"/>
          </p:cNvCxnSpPr>
          <p:nvPr/>
        </p:nvCxnSpPr>
        <p:spPr>
          <a:xfrm>
            <a:off x="4778892" y="2322703"/>
            <a:ext cx="772869" cy="26071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8A454A77-0748-CD2C-A716-9BF6E0FD244A}"/>
              </a:ext>
            </a:extLst>
          </p:cNvPr>
          <p:cNvCxnSpPr>
            <a:stCxn id="31" idx="6"/>
            <a:endCxn id="40" idx="2"/>
          </p:cNvCxnSpPr>
          <p:nvPr/>
        </p:nvCxnSpPr>
        <p:spPr>
          <a:xfrm flipV="1">
            <a:off x="4778894" y="2322703"/>
            <a:ext cx="772868" cy="7789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D8CE5CC9-68E2-ABE6-A8FB-1B18BFA7BF45}"/>
              </a:ext>
            </a:extLst>
          </p:cNvPr>
          <p:cNvCxnSpPr>
            <a:stCxn id="31" idx="6"/>
            <a:endCxn id="43" idx="2"/>
          </p:cNvCxnSpPr>
          <p:nvPr/>
        </p:nvCxnSpPr>
        <p:spPr>
          <a:xfrm>
            <a:off x="4778894" y="3101613"/>
            <a:ext cx="7728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EF97A2C1-6F10-1C58-158E-B151D4B5DE60}"/>
              </a:ext>
            </a:extLst>
          </p:cNvPr>
          <p:cNvCxnSpPr>
            <a:stCxn id="31" idx="6"/>
            <a:endCxn id="46" idx="2"/>
          </p:cNvCxnSpPr>
          <p:nvPr/>
        </p:nvCxnSpPr>
        <p:spPr>
          <a:xfrm>
            <a:off x="4778894" y="3101613"/>
            <a:ext cx="772868" cy="7789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D88E40BB-1E0D-DB77-8CB6-4C4CFFD70697}"/>
              </a:ext>
            </a:extLst>
          </p:cNvPr>
          <p:cNvCxnSpPr>
            <a:stCxn id="31" idx="6"/>
            <a:endCxn id="49" idx="2"/>
          </p:cNvCxnSpPr>
          <p:nvPr/>
        </p:nvCxnSpPr>
        <p:spPr>
          <a:xfrm>
            <a:off x="4778894" y="3101613"/>
            <a:ext cx="772867" cy="18282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F502A0DD-1F51-442B-7CFE-F18D40146BEC}"/>
              </a:ext>
            </a:extLst>
          </p:cNvPr>
          <p:cNvCxnSpPr>
            <a:stCxn id="34" idx="6"/>
            <a:endCxn id="40" idx="2"/>
          </p:cNvCxnSpPr>
          <p:nvPr/>
        </p:nvCxnSpPr>
        <p:spPr>
          <a:xfrm flipV="1">
            <a:off x="4778893" y="2322703"/>
            <a:ext cx="772869" cy="15578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F0241333-57A3-C9AE-ECF0-238B9A51FD74}"/>
              </a:ext>
            </a:extLst>
          </p:cNvPr>
          <p:cNvCxnSpPr>
            <a:stCxn id="34" idx="6"/>
            <a:endCxn id="43" idx="2"/>
          </p:cNvCxnSpPr>
          <p:nvPr/>
        </p:nvCxnSpPr>
        <p:spPr>
          <a:xfrm flipV="1">
            <a:off x="4778893" y="3101613"/>
            <a:ext cx="772870" cy="7789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6EAC1EA0-60C2-A4E5-113F-EDE6E9BBB8CF}"/>
              </a:ext>
            </a:extLst>
          </p:cNvPr>
          <p:cNvCxnSpPr>
            <a:stCxn id="34" idx="6"/>
            <a:endCxn id="46" idx="2"/>
          </p:cNvCxnSpPr>
          <p:nvPr/>
        </p:nvCxnSpPr>
        <p:spPr>
          <a:xfrm>
            <a:off x="4778893" y="3880523"/>
            <a:ext cx="7728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24964C9E-7945-3890-A419-F9E9FE06ADA4}"/>
              </a:ext>
            </a:extLst>
          </p:cNvPr>
          <p:cNvCxnSpPr>
            <a:stCxn id="34" idx="6"/>
            <a:endCxn id="49" idx="2"/>
          </p:cNvCxnSpPr>
          <p:nvPr/>
        </p:nvCxnSpPr>
        <p:spPr>
          <a:xfrm>
            <a:off x="4778893" y="3880523"/>
            <a:ext cx="772868" cy="10493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4DBCE61F-F1E6-EDB7-D52B-2BC8538527B6}"/>
              </a:ext>
            </a:extLst>
          </p:cNvPr>
          <p:cNvCxnSpPr>
            <a:stCxn id="37" idx="6"/>
            <a:endCxn id="40" idx="2"/>
          </p:cNvCxnSpPr>
          <p:nvPr/>
        </p:nvCxnSpPr>
        <p:spPr>
          <a:xfrm flipV="1">
            <a:off x="4778893" y="2322703"/>
            <a:ext cx="772869" cy="26071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D59A7B42-8FF2-4B45-8C58-62A4C45C7A0F}"/>
              </a:ext>
            </a:extLst>
          </p:cNvPr>
          <p:cNvCxnSpPr>
            <a:stCxn id="37" idx="6"/>
            <a:endCxn id="43" idx="2"/>
          </p:cNvCxnSpPr>
          <p:nvPr/>
        </p:nvCxnSpPr>
        <p:spPr>
          <a:xfrm flipV="1">
            <a:off x="4778893" y="3101613"/>
            <a:ext cx="772870" cy="18282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8F6D666-8EEA-6F4C-E9AC-36C8994A79CD}"/>
              </a:ext>
            </a:extLst>
          </p:cNvPr>
          <p:cNvCxnSpPr>
            <a:stCxn id="37" idx="6"/>
            <a:endCxn id="46" idx="2"/>
          </p:cNvCxnSpPr>
          <p:nvPr/>
        </p:nvCxnSpPr>
        <p:spPr>
          <a:xfrm flipV="1">
            <a:off x="4778893" y="3880523"/>
            <a:ext cx="772869" cy="10493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20B303C-C887-A6E3-7A9A-86C96F1B919D}"/>
              </a:ext>
            </a:extLst>
          </p:cNvPr>
          <p:cNvCxnSpPr>
            <a:stCxn id="37" idx="6"/>
            <a:endCxn id="49" idx="2"/>
          </p:cNvCxnSpPr>
          <p:nvPr/>
        </p:nvCxnSpPr>
        <p:spPr>
          <a:xfrm>
            <a:off x="4778893" y="4929875"/>
            <a:ext cx="7728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2CD58C06-3040-968E-4744-26CDC0AE4A71}"/>
              </a:ext>
            </a:extLst>
          </p:cNvPr>
          <p:cNvSpPr/>
          <p:nvPr/>
        </p:nvSpPr>
        <p:spPr>
          <a:xfrm>
            <a:off x="7135601" y="3389697"/>
            <a:ext cx="72000" cy="72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sz="1400" dirty="0"/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B8E4AAD2-489B-84D1-E8E5-CA759F51D4FE}"/>
              </a:ext>
            </a:extLst>
          </p:cNvPr>
          <p:cNvCxnSpPr>
            <a:cxnSpLocks/>
            <a:stCxn id="40" idx="6"/>
            <a:endCxn id="115" idx="2"/>
          </p:cNvCxnSpPr>
          <p:nvPr/>
        </p:nvCxnSpPr>
        <p:spPr>
          <a:xfrm>
            <a:off x="6377185" y="2322703"/>
            <a:ext cx="758416" cy="11029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AA90BFE8-61B2-AFCE-22EC-7557B32AEC16}"/>
              </a:ext>
            </a:extLst>
          </p:cNvPr>
          <p:cNvCxnSpPr>
            <a:cxnSpLocks/>
            <a:stCxn id="43" idx="6"/>
            <a:endCxn id="115" idx="2"/>
          </p:cNvCxnSpPr>
          <p:nvPr/>
        </p:nvCxnSpPr>
        <p:spPr>
          <a:xfrm>
            <a:off x="6377185" y="3101613"/>
            <a:ext cx="758416" cy="3240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1146D4B6-DB1A-13D5-A0B1-0A609C8054C7}"/>
              </a:ext>
            </a:extLst>
          </p:cNvPr>
          <p:cNvCxnSpPr>
            <a:cxnSpLocks/>
            <a:stCxn id="46" idx="6"/>
            <a:endCxn id="115" idx="2"/>
          </p:cNvCxnSpPr>
          <p:nvPr/>
        </p:nvCxnSpPr>
        <p:spPr>
          <a:xfrm flipV="1">
            <a:off x="6377184" y="3425697"/>
            <a:ext cx="758417" cy="4548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A88B6EC8-E58B-FC5E-E1E0-5A21AB1789EC}"/>
              </a:ext>
            </a:extLst>
          </p:cNvPr>
          <p:cNvCxnSpPr>
            <a:cxnSpLocks/>
            <a:stCxn id="49" idx="6"/>
            <a:endCxn id="115" idx="2"/>
          </p:cNvCxnSpPr>
          <p:nvPr/>
        </p:nvCxnSpPr>
        <p:spPr>
          <a:xfrm flipV="1">
            <a:off x="6377184" y="3425697"/>
            <a:ext cx="758417" cy="15041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9CDF66D-7D8C-11E7-93B8-EAF3B5F8D2C9}"/>
                  </a:ext>
                </a:extLst>
              </p:cNvPr>
              <p:cNvSpPr txBox="1"/>
              <p:nvPr/>
            </p:nvSpPr>
            <p:spPr>
              <a:xfrm>
                <a:off x="4214533" y="4152005"/>
                <a:ext cx="30328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E" sz="140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AE" sz="1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9CDF66D-7D8C-11E7-93B8-EAF3B5F8D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4533" y="4152005"/>
                <a:ext cx="30328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BC89BB6-9C90-91FA-F7B1-F18FF462DEF3}"/>
                  </a:ext>
                </a:extLst>
              </p:cNvPr>
              <p:cNvSpPr txBox="1"/>
              <p:nvPr/>
            </p:nvSpPr>
            <p:spPr>
              <a:xfrm>
                <a:off x="5825652" y="4147851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E" sz="140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AE" sz="1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BC89BB6-9C90-91FA-F7B1-F18FF462D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5652" y="4147851"/>
                <a:ext cx="277640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0DCA6D7-6A17-2337-DE55-DBC5CE78237B}"/>
              </a:ext>
            </a:extLst>
          </p:cNvPr>
          <p:cNvSpPr txBox="1"/>
          <p:nvPr/>
        </p:nvSpPr>
        <p:spPr>
          <a:xfrm>
            <a:off x="4005332" y="1517683"/>
            <a:ext cx="7377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1</a:t>
            </a:r>
            <a:endParaRPr lang="en-A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BAC171-3CC0-3FA1-723D-D0F29FE3D4D0}"/>
              </a:ext>
            </a:extLst>
          </p:cNvPr>
          <p:cNvSpPr txBox="1"/>
          <p:nvPr/>
        </p:nvSpPr>
        <p:spPr>
          <a:xfrm>
            <a:off x="5595621" y="1523837"/>
            <a:ext cx="7377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2</a:t>
            </a:r>
            <a:endParaRPr lang="en-A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B0F951-3BF8-4331-76F1-660AB38927ED}"/>
                  </a:ext>
                </a:extLst>
              </p:cNvPr>
              <p:cNvSpPr txBox="1"/>
              <p:nvPr/>
            </p:nvSpPr>
            <p:spPr>
              <a:xfrm>
                <a:off x="2571933" y="2412287"/>
                <a:ext cx="62311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AE" sz="1400" i="1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B0F951-3BF8-4331-76F1-660AB3892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933" y="2412287"/>
                <a:ext cx="623119" cy="307777"/>
              </a:xfrm>
              <a:prstGeom prst="rect">
                <a:avLst/>
              </a:prstGeom>
              <a:blipFill>
                <a:blip r:embed="rId5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0EDFE8-4AB4-96AA-260B-707459115FFA}"/>
                  </a:ext>
                </a:extLst>
              </p:cNvPr>
              <p:cNvSpPr txBox="1"/>
              <p:nvPr/>
            </p:nvSpPr>
            <p:spPr>
              <a:xfrm>
                <a:off x="2571933" y="3028932"/>
                <a:ext cx="62311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AE" sz="1400" i="1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0EDFE8-4AB4-96AA-260B-707459115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933" y="3028932"/>
                <a:ext cx="623119" cy="307777"/>
              </a:xfrm>
              <a:prstGeom prst="rect">
                <a:avLst/>
              </a:prstGeom>
              <a:blipFill>
                <a:blip r:embed="rId6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F8BBDD-1E67-F97E-D690-2B08286BF107}"/>
                  </a:ext>
                </a:extLst>
              </p:cNvPr>
              <p:cNvSpPr txBox="1"/>
              <p:nvPr/>
            </p:nvSpPr>
            <p:spPr>
              <a:xfrm>
                <a:off x="2571931" y="3645577"/>
                <a:ext cx="63466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AE" sz="1400" i="1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F8BBDD-1E67-F97E-D690-2B08286BF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931" y="3645577"/>
                <a:ext cx="634661" cy="307777"/>
              </a:xfrm>
              <a:prstGeom prst="rect">
                <a:avLst/>
              </a:prstGeom>
              <a:blipFill>
                <a:blip r:embed="rId7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844CA3D-3CBA-864D-F189-E57DA87E9067}"/>
                  </a:ext>
                </a:extLst>
              </p:cNvPr>
              <p:cNvSpPr txBox="1"/>
              <p:nvPr/>
            </p:nvSpPr>
            <p:spPr>
              <a:xfrm>
                <a:off x="2579452" y="4193335"/>
                <a:ext cx="62504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AE" sz="1400" i="1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844CA3D-3CBA-864D-F189-E57DA87E9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452" y="4193335"/>
                <a:ext cx="625043" cy="307777"/>
              </a:xfrm>
              <a:prstGeom prst="rect">
                <a:avLst/>
              </a:prstGeom>
              <a:blipFill>
                <a:blip r:embed="rId8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89DC08E-6ECE-7BFE-E176-72208501325F}"/>
                  </a:ext>
                </a:extLst>
              </p:cNvPr>
              <p:cNvSpPr txBox="1"/>
              <p:nvPr/>
            </p:nvSpPr>
            <p:spPr>
              <a:xfrm>
                <a:off x="7171601" y="3271808"/>
                <a:ext cx="63305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AE" sz="1400" i="1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89DC08E-6ECE-7BFE-E176-722085013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601" y="3271808"/>
                <a:ext cx="633058" cy="307777"/>
              </a:xfrm>
              <a:prstGeom prst="rect">
                <a:avLst/>
              </a:prstGeom>
              <a:blipFill>
                <a:blip r:embed="rId9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19728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C1691-7956-B6A6-77A6-D69AA390A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0326DB85-60F3-39A7-0D43-D41F204D2BA6}"/>
                  </a:ext>
                </a:extLst>
              </p:cNvPr>
              <p:cNvSpPr/>
              <p:nvPr/>
            </p:nvSpPr>
            <p:spPr>
              <a:xfrm>
                <a:off x="2948965" y="3636506"/>
                <a:ext cx="518763" cy="374222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5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5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355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𝑐𝑚𝑑</m:t>
                          </m:r>
                        </m:sub>
                      </m:sSub>
                    </m:oMath>
                  </m:oMathPara>
                </a14:m>
                <a:endParaRPr lang="en-US" sz="1355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0326DB85-60F3-39A7-0D43-D41F204D2B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8965" y="3636506"/>
                <a:ext cx="518763" cy="374222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A7B6C9C-53AD-034A-E680-21978E988514}"/>
              </a:ext>
            </a:extLst>
          </p:cNvPr>
          <p:cNvSpPr/>
          <p:nvPr/>
        </p:nvSpPr>
        <p:spPr>
          <a:xfrm>
            <a:off x="7078531" y="4397136"/>
            <a:ext cx="1115098" cy="66534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5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58D84A-66BD-A3C6-0D42-E1FCFC8AAFCC}"/>
              </a:ext>
            </a:extLst>
          </p:cNvPr>
          <p:cNvSpPr txBox="1"/>
          <p:nvPr/>
        </p:nvSpPr>
        <p:spPr>
          <a:xfrm>
            <a:off x="7148501" y="4425890"/>
            <a:ext cx="993688" cy="6482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4">
                <a:latin typeface="Times New Roman" panose="02020603050405020304" pitchFamily="18" charset="0"/>
                <a:cs typeface="Times New Roman" panose="02020603050405020304" pitchFamily="18" charset="0"/>
              </a:rPr>
              <a:t>Sensing </a:t>
            </a:r>
          </a:p>
          <a:p>
            <a:pPr algn="ctr"/>
            <a:r>
              <a:rPr lang="en-US" sz="1204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</a:p>
          <a:p>
            <a:pPr algn="ctr"/>
            <a:r>
              <a:rPr lang="en-US" sz="1204">
                <a:latin typeface="Times New Roman" panose="02020603050405020304" pitchFamily="18" charset="0"/>
                <a:cs typeface="Times New Roman" panose="02020603050405020304" pitchFamily="18" charset="0"/>
              </a:rPr>
              <a:t>Estimation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0BDEF80-5D49-3CA6-49D3-C80666F41447}"/>
              </a:ext>
            </a:extLst>
          </p:cNvPr>
          <p:cNvSpPr/>
          <p:nvPr/>
        </p:nvSpPr>
        <p:spPr>
          <a:xfrm>
            <a:off x="4168514" y="1922225"/>
            <a:ext cx="929121" cy="46609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5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 MRAC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710967BF-58E2-6789-32B0-68F4BA77A072}"/>
                  </a:ext>
                </a:extLst>
              </p:cNvPr>
              <p:cNvSpPr/>
              <p:nvPr/>
            </p:nvSpPr>
            <p:spPr>
              <a:xfrm>
                <a:off x="2943264" y="3063396"/>
                <a:ext cx="521783" cy="374229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355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𝜓</m:t>
                    </m:r>
                    <m:r>
                      <a:rPr lang="en-US" sz="1355" i="1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𝑐𝑚𝑑</m:t>
                    </m:r>
                  </m:oMath>
                </a14:m>
                <a:r>
                  <a:rPr lang="en-US" sz="1355">
                    <a:solidFill>
                      <a:schemeClr val="tx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355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710967BF-58E2-6789-32B0-68F4BA77A0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3264" y="3063396"/>
                <a:ext cx="521783" cy="374229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F515AB6F-DF98-4F1E-E6FE-9A09C8035D4B}"/>
              </a:ext>
            </a:extLst>
          </p:cNvPr>
          <p:cNvSpPr/>
          <p:nvPr/>
        </p:nvSpPr>
        <p:spPr>
          <a:xfrm>
            <a:off x="8260614" y="2253171"/>
            <a:ext cx="1060259" cy="144629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5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4D7ABCA-183E-10AB-90EF-474871B8B330}"/>
              </a:ext>
            </a:extLst>
          </p:cNvPr>
          <p:cNvSpPr txBox="1"/>
          <p:nvPr/>
        </p:nvSpPr>
        <p:spPr>
          <a:xfrm>
            <a:off x="8336945" y="2863762"/>
            <a:ext cx="966770" cy="3008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355">
                <a:latin typeface="Times New Roman" panose="02020603050405020304" pitchFamily="18" charset="0"/>
                <a:cs typeface="Times New Roman" panose="02020603050405020304" pitchFamily="18" charset="0"/>
              </a:rPr>
              <a:t>Quadrotor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E0BB132-15D3-BC7E-8BD5-F07C072C3B9A}"/>
              </a:ext>
            </a:extLst>
          </p:cNvPr>
          <p:cNvCxnSpPr>
            <a:cxnSpLocks/>
            <a:stCxn id="4" idx="3"/>
            <a:endCxn id="21" idx="1"/>
          </p:cNvCxnSpPr>
          <p:nvPr/>
        </p:nvCxnSpPr>
        <p:spPr>
          <a:xfrm flipV="1">
            <a:off x="3467729" y="3823265"/>
            <a:ext cx="2640877" cy="353"/>
          </a:xfrm>
          <a:prstGeom prst="straightConnector1">
            <a:avLst/>
          </a:prstGeom>
          <a:ln w="28575" cmpd="sng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C234383-C082-8C17-329F-291F915A7D1F}"/>
              </a:ext>
            </a:extLst>
          </p:cNvPr>
          <p:cNvCxnSpPr/>
          <p:nvPr/>
        </p:nvCxnSpPr>
        <p:spPr>
          <a:xfrm>
            <a:off x="7820193" y="2833992"/>
            <a:ext cx="433536" cy="0"/>
          </a:xfrm>
          <a:prstGeom prst="straightConnector1">
            <a:avLst/>
          </a:prstGeom>
          <a:ln w="25400" cmpd="sng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03D170B0-4E9E-D052-C213-96AC87834522}"/>
              </a:ext>
            </a:extLst>
          </p:cNvPr>
          <p:cNvSpPr txBox="1"/>
          <p:nvPr/>
        </p:nvSpPr>
        <p:spPr>
          <a:xfrm>
            <a:off x="9432058" y="2704800"/>
            <a:ext cx="665567" cy="30085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355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D387ED8-81CA-1D47-E944-E7F3E23029EB}"/>
              </a:ext>
            </a:extLst>
          </p:cNvPr>
          <p:cNvSpPr txBox="1"/>
          <p:nvPr/>
        </p:nvSpPr>
        <p:spPr>
          <a:xfrm>
            <a:off x="8266995" y="4414313"/>
            <a:ext cx="1048685" cy="27764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204">
                <a:latin typeface="Times New Roman" panose="02020603050405020304" pitchFamily="18" charset="0"/>
                <a:cs typeface="Times New Roman" panose="02020603050405020304" pitchFamily="18" charset="0"/>
              </a:rPr>
              <a:t>System States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61FB24D-1182-3137-829A-84FE17835569}"/>
              </a:ext>
            </a:extLst>
          </p:cNvPr>
          <p:cNvCxnSpPr>
            <a:cxnSpLocks/>
          </p:cNvCxnSpPr>
          <p:nvPr/>
        </p:nvCxnSpPr>
        <p:spPr>
          <a:xfrm>
            <a:off x="5097636" y="2159990"/>
            <a:ext cx="2230961" cy="0"/>
          </a:xfrm>
          <a:prstGeom prst="straightConnector1">
            <a:avLst/>
          </a:prstGeom>
          <a:ln w="28575" cmpd="sng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612A003-DF65-266E-786C-EE3B7F104E80}"/>
              </a:ext>
            </a:extLst>
          </p:cNvPr>
          <p:cNvCxnSpPr>
            <a:cxnSpLocks/>
          </p:cNvCxnSpPr>
          <p:nvPr/>
        </p:nvCxnSpPr>
        <p:spPr>
          <a:xfrm>
            <a:off x="5684391" y="2704061"/>
            <a:ext cx="1631320" cy="0"/>
          </a:xfrm>
          <a:prstGeom prst="straightConnector1">
            <a:avLst/>
          </a:prstGeom>
          <a:ln w="28575" cmpd="sng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76D75A9-D3B7-EF8B-7E50-0EE3C740F7D4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6381065" y="3256114"/>
            <a:ext cx="947536" cy="1"/>
          </a:xfrm>
          <a:prstGeom prst="straightConnector1">
            <a:avLst/>
          </a:prstGeom>
          <a:ln w="28575" cmpd="sng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2FF9D6D-850C-D0E1-F883-E02EB8B52CE9}"/>
              </a:ext>
            </a:extLst>
          </p:cNvPr>
          <p:cNvCxnSpPr>
            <a:cxnSpLocks/>
          </p:cNvCxnSpPr>
          <p:nvPr/>
        </p:nvCxnSpPr>
        <p:spPr>
          <a:xfrm>
            <a:off x="7045651" y="3813541"/>
            <a:ext cx="275261" cy="0"/>
          </a:xfrm>
          <a:prstGeom prst="straightConnector1">
            <a:avLst/>
          </a:prstGeom>
          <a:ln w="28575" cmpd="sng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048D4EA8-B49F-B2CF-C696-1A4B42C4FE34}"/>
              </a:ext>
            </a:extLst>
          </p:cNvPr>
          <p:cNvSpPr txBox="1"/>
          <p:nvPr/>
        </p:nvSpPr>
        <p:spPr>
          <a:xfrm>
            <a:off x="9616985" y="1187887"/>
            <a:ext cx="917239" cy="41678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054">
                <a:latin typeface="Times New Roman" panose="02020603050405020304" pitchFamily="18" charset="0"/>
                <a:cs typeface="Times New Roman" panose="02020603050405020304" pitchFamily="18" charset="0"/>
              </a:rPr>
              <a:t>Motor Speed </a:t>
            </a:r>
          </a:p>
          <a:p>
            <a:pPr algn="ctr"/>
            <a:r>
              <a:rPr lang="en-US" sz="1054">
                <a:latin typeface="Times New Roman" panose="02020603050405020304" pitchFamily="18" charset="0"/>
                <a:cs typeface="Times New Roman" panose="02020603050405020304" pitchFamily="18" charset="0"/>
              </a:rPr>
              <a:t>Commands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A4CA620B-5A79-4E55-485E-8D9C63C76DA0}"/>
              </a:ext>
            </a:extLst>
          </p:cNvPr>
          <p:cNvSpPr txBox="1"/>
          <p:nvPr/>
        </p:nvSpPr>
        <p:spPr>
          <a:xfrm>
            <a:off x="8665141" y="909937"/>
            <a:ext cx="1925527" cy="30085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355">
                <a:latin typeface="Times New Roman" panose="02020603050405020304" pitchFamily="18" charset="0"/>
                <a:cs typeface="Times New Roman" panose="02020603050405020304" pitchFamily="18" charset="0"/>
              </a:rPr>
              <a:t>Motor Mixing Algorithm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666FFDEE-9C4F-59F3-2D9A-246A79134EBA}"/>
              </a:ext>
            </a:extLst>
          </p:cNvPr>
          <p:cNvCxnSpPr/>
          <p:nvPr/>
        </p:nvCxnSpPr>
        <p:spPr>
          <a:xfrm>
            <a:off x="7827075" y="2624711"/>
            <a:ext cx="433536" cy="0"/>
          </a:xfrm>
          <a:prstGeom prst="straightConnector1">
            <a:avLst/>
          </a:prstGeom>
          <a:ln w="25400" cmpd="sng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F2D0445-F75A-486A-54DE-BF4CEF5F25F2}"/>
              </a:ext>
            </a:extLst>
          </p:cNvPr>
          <p:cNvCxnSpPr/>
          <p:nvPr/>
        </p:nvCxnSpPr>
        <p:spPr>
          <a:xfrm>
            <a:off x="7816381" y="3040482"/>
            <a:ext cx="433536" cy="0"/>
          </a:xfrm>
          <a:prstGeom prst="straightConnector1">
            <a:avLst/>
          </a:prstGeom>
          <a:ln w="25400" cmpd="sng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95BCE7A0-431B-FF2E-F86A-4821C0F3F378}"/>
              </a:ext>
            </a:extLst>
          </p:cNvPr>
          <p:cNvCxnSpPr/>
          <p:nvPr/>
        </p:nvCxnSpPr>
        <p:spPr>
          <a:xfrm>
            <a:off x="7816381" y="3239866"/>
            <a:ext cx="433536" cy="0"/>
          </a:xfrm>
          <a:prstGeom prst="straightConnector1">
            <a:avLst/>
          </a:prstGeom>
          <a:ln w="25400" cmpd="sng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78CA2EC5-59E4-F6F8-3BB6-53DD71EFB41E}"/>
              </a:ext>
            </a:extLst>
          </p:cNvPr>
          <p:cNvSpPr txBox="1"/>
          <p:nvPr/>
        </p:nvSpPr>
        <p:spPr>
          <a:xfrm>
            <a:off x="3398946" y="1911544"/>
            <a:ext cx="769568" cy="25455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4" i="1">
                <a:latin typeface="Times New Roman" panose="02020603050405020304" pitchFamily="18" charset="0"/>
                <a:cs typeface="Times New Roman" panose="02020603050405020304" pitchFamily="18" charset="0"/>
              </a:rPr>
              <a:t>Roll input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1A43D8A-F9F7-B9F3-EEA9-682EA1BD7A93}"/>
              </a:ext>
            </a:extLst>
          </p:cNvPr>
          <p:cNvSpPr txBox="1"/>
          <p:nvPr/>
        </p:nvSpPr>
        <p:spPr>
          <a:xfrm>
            <a:off x="3370183" y="2472090"/>
            <a:ext cx="929121" cy="25455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4" i="1">
                <a:latin typeface="Times New Roman" panose="02020603050405020304" pitchFamily="18" charset="0"/>
                <a:cs typeface="Times New Roman" panose="02020603050405020304" pitchFamily="18" charset="0"/>
              </a:rPr>
              <a:t>Pitch input</a:t>
            </a:r>
          </a:p>
        </p:txBody>
      </p:sp>
      <p:sp>
        <p:nvSpPr>
          <p:cNvPr id="10" name="Rounded Rectangle 149">
            <a:extLst>
              <a:ext uri="{FF2B5EF4-FFF2-40B4-BE49-F238E27FC236}">
                <a16:creationId xmlns:a16="http://schemas.microsoft.com/office/drawing/2014/main" id="{0563B0FD-F40D-57E7-E3A4-2F9CA7FDADD0}"/>
              </a:ext>
            </a:extLst>
          </p:cNvPr>
          <p:cNvSpPr/>
          <p:nvPr/>
        </p:nvSpPr>
        <p:spPr>
          <a:xfrm>
            <a:off x="7214885" y="1659226"/>
            <a:ext cx="2230961" cy="2632207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5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ounded Rectangle 41">
                <a:extLst>
                  <a:ext uri="{FF2B5EF4-FFF2-40B4-BE49-F238E27FC236}">
                    <a16:creationId xmlns:a16="http://schemas.microsoft.com/office/drawing/2014/main" id="{06118419-11FE-BDE7-8A1D-41092363A684}"/>
                  </a:ext>
                </a:extLst>
              </p:cNvPr>
              <p:cNvSpPr/>
              <p:nvPr/>
            </p:nvSpPr>
            <p:spPr>
              <a:xfrm>
                <a:off x="2948967" y="1966153"/>
                <a:ext cx="504143" cy="36722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355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355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1355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𝑐𝑚𝑑</m:t>
                        </m:r>
                      </m:sub>
                    </m:sSub>
                  </m:oMath>
                </a14:m>
                <a:r>
                  <a:rPr lang="en-US" sz="1355" i="1">
                    <a:solidFill>
                      <a:schemeClr val="tx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355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Rounded Rectangle 41">
                <a:extLst>
                  <a:ext uri="{FF2B5EF4-FFF2-40B4-BE49-F238E27FC236}">
                    <a16:creationId xmlns:a16="http://schemas.microsoft.com/office/drawing/2014/main" id="{06118419-11FE-BDE7-8A1D-41092363A6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8967" y="1966153"/>
                <a:ext cx="504143" cy="367220"/>
              </a:xfrm>
              <a:prstGeom prst="roundRect">
                <a:avLst/>
              </a:prstGeom>
              <a:blipFill>
                <a:blip r:embed="rId5"/>
                <a:stretch>
                  <a:fillRect l="-48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ounded Rectangle 41">
                <a:extLst>
                  <a:ext uri="{FF2B5EF4-FFF2-40B4-BE49-F238E27FC236}">
                    <a16:creationId xmlns:a16="http://schemas.microsoft.com/office/drawing/2014/main" id="{B6DDC4CE-D518-5877-0842-8C305C922862}"/>
                  </a:ext>
                </a:extLst>
              </p:cNvPr>
              <p:cNvSpPr/>
              <p:nvPr/>
            </p:nvSpPr>
            <p:spPr>
              <a:xfrm>
                <a:off x="2948968" y="2511268"/>
                <a:ext cx="501748" cy="374229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355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355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355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𝑐𝑚𝑑</m:t>
                        </m:r>
                      </m:sub>
                    </m:sSub>
                  </m:oMath>
                </a14:m>
                <a:r>
                  <a:rPr lang="en-US" sz="1355">
                    <a:solidFill>
                      <a:schemeClr val="tx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355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Rounded Rectangle 41">
                <a:extLst>
                  <a:ext uri="{FF2B5EF4-FFF2-40B4-BE49-F238E27FC236}">
                    <a16:creationId xmlns:a16="http://schemas.microsoft.com/office/drawing/2014/main" id="{B6DDC4CE-D518-5877-0842-8C305C9228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8968" y="2511268"/>
                <a:ext cx="501748" cy="374229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A663AA86-A1E1-5664-7A30-75F721383952}"/>
              </a:ext>
            </a:extLst>
          </p:cNvPr>
          <p:cNvSpPr txBox="1"/>
          <p:nvPr/>
        </p:nvSpPr>
        <p:spPr>
          <a:xfrm>
            <a:off x="3382361" y="3013619"/>
            <a:ext cx="865955" cy="25455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4" i="1">
                <a:latin typeface="Times New Roman" panose="02020603050405020304" pitchFamily="18" charset="0"/>
                <a:cs typeface="Times New Roman" panose="02020603050405020304" pitchFamily="18" charset="0"/>
              </a:rPr>
              <a:t>Yaw input</a:t>
            </a:r>
          </a:p>
        </p:txBody>
      </p:sp>
      <p:sp>
        <p:nvSpPr>
          <p:cNvPr id="9" name="Rounded Rectangle 25">
            <a:extLst>
              <a:ext uri="{FF2B5EF4-FFF2-40B4-BE49-F238E27FC236}">
                <a16:creationId xmlns:a16="http://schemas.microsoft.com/office/drawing/2014/main" id="{D66AAD0C-B892-2AA4-6BA4-8637F47FAA4E}"/>
              </a:ext>
            </a:extLst>
          </p:cNvPr>
          <p:cNvSpPr/>
          <p:nvPr/>
        </p:nvSpPr>
        <p:spPr>
          <a:xfrm>
            <a:off x="4743039" y="2473034"/>
            <a:ext cx="929121" cy="46609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5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Pitch MRAC</a:t>
            </a:r>
          </a:p>
        </p:txBody>
      </p:sp>
      <p:sp>
        <p:nvSpPr>
          <p:cNvPr id="17" name="Rounded Rectangle 25">
            <a:extLst>
              <a:ext uri="{FF2B5EF4-FFF2-40B4-BE49-F238E27FC236}">
                <a16:creationId xmlns:a16="http://schemas.microsoft.com/office/drawing/2014/main" id="{67EE734F-B7C9-2DC6-2D0D-C7BF1D22645E}"/>
              </a:ext>
            </a:extLst>
          </p:cNvPr>
          <p:cNvSpPr/>
          <p:nvPr/>
        </p:nvSpPr>
        <p:spPr>
          <a:xfrm>
            <a:off x="5451941" y="3023065"/>
            <a:ext cx="929121" cy="46609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5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Yaw MRAC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DE37E3-F15D-8BBB-14C6-A03860195E41}"/>
              </a:ext>
            </a:extLst>
          </p:cNvPr>
          <p:cNvSpPr txBox="1"/>
          <p:nvPr/>
        </p:nvSpPr>
        <p:spPr>
          <a:xfrm>
            <a:off x="3393198" y="3595462"/>
            <a:ext cx="1072349" cy="25455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4" i="1">
                <a:latin typeface="Times New Roman" panose="02020603050405020304" pitchFamily="18" charset="0"/>
                <a:cs typeface="Times New Roman" panose="02020603050405020304" pitchFamily="18" charset="0"/>
              </a:rPr>
              <a:t>Altitude input</a:t>
            </a:r>
          </a:p>
        </p:txBody>
      </p:sp>
      <p:sp>
        <p:nvSpPr>
          <p:cNvPr id="21" name="Rounded Rectangle 25">
            <a:extLst>
              <a:ext uri="{FF2B5EF4-FFF2-40B4-BE49-F238E27FC236}">
                <a16:creationId xmlns:a16="http://schemas.microsoft.com/office/drawing/2014/main" id="{ED153A19-5647-D9A3-B266-C280E50EE419}"/>
              </a:ext>
            </a:extLst>
          </p:cNvPr>
          <p:cNvSpPr/>
          <p:nvPr/>
        </p:nvSpPr>
        <p:spPr>
          <a:xfrm>
            <a:off x="6108606" y="3590216"/>
            <a:ext cx="929121" cy="46609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5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Altitude MRAC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F9B50B71-1EA5-6640-EB4E-43EA9DB61665}"/>
                  </a:ext>
                </a:extLst>
              </p:cNvPr>
              <p:cNvSpPr txBox="1"/>
              <p:nvPr/>
            </p:nvSpPr>
            <p:spPr>
              <a:xfrm>
                <a:off x="6893023" y="1877322"/>
                <a:ext cx="408253" cy="3008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5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355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355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F9B50B71-1EA5-6640-EB4E-43EA9DB616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3023" y="1877322"/>
                <a:ext cx="408253" cy="3008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F3CFCE73-08E8-1899-B374-2DC9B4CCB365}"/>
                  </a:ext>
                </a:extLst>
              </p:cNvPr>
              <p:cNvSpPr txBox="1"/>
              <p:nvPr/>
            </p:nvSpPr>
            <p:spPr>
              <a:xfrm>
                <a:off x="6793876" y="2409268"/>
                <a:ext cx="574520" cy="3008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5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355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355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F3CFCE73-08E8-1899-B374-2DC9B4CCB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3876" y="2409268"/>
                <a:ext cx="574520" cy="3008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CDBECF3C-6C96-0532-5146-DA250EB0D5AB}"/>
                  </a:ext>
                </a:extLst>
              </p:cNvPr>
              <p:cNvSpPr txBox="1"/>
              <p:nvPr/>
            </p:nvSpPr>
            <p:spPr>
              <a:xfrm>
                <a:off x="6809889" y="2980403"/>
                <a:ext cx="574520" cy="3008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5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355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355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CDBECF3C-6C96-0532-5146-DA250EB0D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9889" y="2980403"/>
                <a:ext cx="574520" cy="3008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1BB8DF7A-7797-5D62-000E-9C5A5BDBC80E}"/>
                  </a:ext>
                </a:extLst>
              </p:cNvPr>
              <p:cNvSpPr txBox="1"/>
              <p:nvPr/>
            </p:nvSpPr>
            <p:spPr>
              <a:xfrm>
                <a:off x="6870230" y="3440499"/>
                <a:ext cx="574520" cy="3008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5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355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55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1BB8DF7A-7797-5D62-000E-9C5A5BDBC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0230" y="3440499"/>
                <a:ext cx="574520" cy="30085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0D0E6FCD-92C9-3AC8-1903-2B3FB393F848}"/>
                  </a:ext>
                </a:extLst>
              </p:cNvPr>
              <p:cNvSpPr txBox="1"/>
              <p:nvPr/>
            </p:nvSpPr>
            <p:spPr>
              <a:xfrm>
                <a:off x="4301628" y="3974658"/>
                <a:ext cx="409536" cy="7799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054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054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054" i="1" dirty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054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054" i="1" dirty="0"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</m:acc>
                                    </m:e>
                                  </m:mr>
                                  <m:m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</m:mr>
                                  <m:m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  <m:t>𝜓</m:t>
                                          </m:r>
                                        </m:e>
                                      </m:acc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054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0D0E6FCD-92C9-3AC8-1903-2B3FB393F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1628" y="3974658"/>
                <a:ext cx="409536" cy="77995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C961266-44F8-72C6-9B25-286E86A59799}"/>
                  </a:ext>
                </a:extLst>
              </p:cNvPr>
              <p:cNvSpPr txBox="1"/>
              <p:nvPr/>
            </p:nvSpPr>
            <p:spPr>
              <a:xfrm>
                <a:off x="6220698" y="4397132"/>
                <a:ext cx="469710" cy="3338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05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054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1054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sz="1054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054"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054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C961266-44F8-72C6-9B25-286E86A59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0698" y="4397132"/>
                <a:ext cx="469710" cy="33387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8D36B7C-5C7C-301A-DB5B-3B1EC8FC7DB4}"/>
                  </a:ext>
                </a:extLst>
              </p:cNvPr>
              <p:cNvSpPr txBox="1"/>
              <p:nvPr/>
            </p:nvSpPr>
            <p:spPr>
              <a:xfrm>
                <a:off x="4859434" y="3992973"/>
                <a:ext cx="409536" cy="7526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054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054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054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054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054" i="1" dirty="0"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</m:acc>
                                    </m:e>
                                  </m:mr>
                                  <m:m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</m:mr>
                                  <m:m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  <m:t>𝜓</m:t>
                                          </m:r>
                                        </m:e>
                                      </m:acc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054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8D36B7C-5C7C-301A-DB5B-3B1EC8FC7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9434" y="3992973"/>
                <a:ext cx="409536" cy="75264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B8025A9-7847-BC51-11F4-AD4A2B160A63}"/>
                  </a:ext>
                </a:extLst>
              </p:cNvPr>
              <p:cNvSpPr txBox="1"/>
              <p:nvPr/>
            </p:nvSpPr>
            <p:spPr>
              <a:xfrm>
                <a:off x="5581345" y="3977312"/>
                <a:ext cx="409536" cy="7799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054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054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054" i="1" dirty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054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054" i="1" dirty="0"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</m:acc>
                                    </m:e>
                                  </m:mr>
                                  <m:m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</m:mr>
                                  <m:m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  <m:t>𝜓</m:t>
                                          </m:r>
                                        </m:e>
                                      </m:acc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054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B8025A9-7847-BC51-11F4-AD4A2B160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1345" y="3977312"/>
                <a:ext cx="409536" cy="77995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A185E9C-8859-68F2-AD19-9B83ABFEDC41}"/>
              </a:ext>
            </a:extLst>
          </p:cNvPr>
          <p:cNvCxnSpPr>
            <a:stCxn id="42" idx="3"/>
            <a:endCxn id="17" idx="1"/>
          </p:cNvCxnSpPr>
          <p:nvPr/>
        </p:nvCxnSpPr>
        <p:spPr>
          <a:xfrm>
            <a:off x="3465046" y="3250515"/>
            <a:ext cx="1986898" cy="5600"/>
          </a:xfrm>
          <a:prstGeom prst="straightConnector1">
            <a:avLst/>
          </a:prstGeom>
          <a:ln w="28575" cmpd="sng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61B20C5-2A63-8250-E97E-E8477DF76A40}"/>
              </a:ext>
            </a:extLst>
          </p:cNvPr>
          <p:cNvCxnSpPr>
            <a:cxnSpLocks/>
            <a:stCxn id="12" idx="3"/>
            <a:endCxn id="9" idx="1"/>
          </p:cNvCxnSpPr>
          <p:nvPr/>
        </p:nvCxnSpPr>
        <p:spPr>
          <a:xfrm>
            <a:off x="3450716" y="2698382"/>
            <a:ext cx="1292327" cy="7697"/>
          </a:xfrm>
          <a:prstGeom prst="straightConnector1">
            <a:avLst/>
          </a:prstGeom>
          <a:ln w="28575" cmpd="sng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8003540-CC93-560B-42EB-4C2FDF839959}"/>
              </a:ext>
            </a:extLst>
          </p:cNvPr>
          <p:cNvCxnSpPr>
            <a:cxnSpLocks/>
            <a:stCxn id="11" idx="3"/>
            <a:endCxn id="26" idx="1"/>
          </p:cNvCxnSpPr>
          <p:nvPr/>
        </p:nvCxnSpPr>
        <p:spPr>
          <a:xfrm>
            <a:off x="3453110" y="2149759"/>
            <a:ext cx="715408" cy="5512"/>
          </a:xfrm>
          <a:prstGeom prst="straightConnector1">
            <a:avLst/>
          </a:prstGeom>
          <a:ln w="28575" cmpd="sng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B52502D1-E8CC-0F76-8116-833F53BBF9DA}"/>
              </a:ext>
            </a:extLst>
          </p:cNvPr>
          <p:cNvCxnSpPr>
            <a:stCxn id="5" idx="1"/>
            <a:endCxn id="21" idx="2"/>
          </p:cNvCxnSpPr>
          <p:nvPr/>
        </p:nvCxnSpPr>
        <p:spPr>
          <a:xfrm rot="10800000">
            <a:off x="6573170" y="4056307"/>
            <a:ext cx="505362" cy="673496"/>
          </a:xfrm>
          <a:prstGeom prst="bentConnector2">
            <a:avLst/>
          </a:prstGeom>
          <a:ln w="28575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E9AA975-CDFC-66FC-5EDD-F3AB50763974}"/>
              </a:ext>
            </a:extLst>
          </p:cNvPr>
          <p:cNvCxnSpPr>
            <a:stCxn id="5" idx="1"/>
            <a:endCxn id="17" idx="2"/>
          </p:cNvCxnSpPr>
          <p:nvPr/>
        </p:nvCxnSpPr>
        <p:spPr>
          <a:xfrm rot="10800000">
            <a:off x="5916506" y="3489160"/>
            <a:ext cx="1162027" cy="1240648"/>
          </a:xfrm>
          <a:prstGeom prst="bentConnector2">
            <a:avLst/>
          </a:prstGeom>
          <a:ln w="28575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E117A880-2BB3-F52B-13D0-F1BED9009094}"/>
              </a:ext>
            </a:extLst>
          </p:cNvPr>
          <p:cNvCxnSpPr>
            <a:stCxn id="5" idx="1"/>
            <a:endCxn id="9" idx="2"/>
          </p:cNvCxnSpPr>
          <p:nvPr/>
        </p:nvCxnSpPr>
        <p:spPr>
          <a:xfrm rot="10800000">
            <a:off x="5207600" y="2939129"/>
            <a:ext cx="1870928" cy="1790679"/>
          </a:xfrm>
          <a:prstGeom prst="bentConnector2">
            <a:avLst/>
          </a:prstGeom>
          <a:ln w="28575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941F4359-D9C3-3263-262C-78A5D6315E5F}"/>
              </a:ext>
            </a:extLst>
          </p:cNvPr>
          <p:cNvCxnSpPr>
            <a:stCxn id="5" idx="1"/>
            <a:endCxn id="26" idx="2"/>
          </p:cNvCxnSpPr>
          <p:nvPr/>
        </p:nvCxnSpPr>
        <p:spPr>
          <a:xfrm rot="10800000">
            <a:off x="4633080" y="2388316"/>
            <a:ext cx="2445453" cy="2341487"/>
          </a:xfrm>
          <a:prstGeom prst="bentConnector2">
            <a:avLst/>
          </a:prstGeom>
          <a:ln w="28575">
            <a:headEnd type="none"/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45E01A44-FC33-6F6D-A6ED-E9C4056707D9}"/>
              </a:ext>
            </a:extLst>
          </p:cNvPr>
          <p:cNvCxnSpPr>
            <a:cxnSpLocks/>
            <a:stCxn id="48" idx="3"/>
            <a:endCxn id="5" idx="3"/>
          </p:cNvCxnSpPr>
          <p:nvPr/>
        </p:nvCxnSpPr>
        <p:spPr>
          <a:xfrm flipH="1">
            <a:off x="8193625" y="2976313"/>
            <a:ext cx="1127243" cy="1753490"/>
          </a:xfrm>
          <a:prstGeom prst="bentConnector3">
            <a:avLst>
              <a:gd name="adj1" fmla="val -26142"/>
            </a:avLst>
          </a:prstGeom>
          <a:ln w="28575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79C1A38-6DF1-D6DE-89A1-2D2EA4995E53}"/>
              </a:ext>
            </a:extLst>
          </p:cNvPr>
          <p:cNvSpPr/>
          <p:nvPr/>
        </p:nvSpPr>
        <p:spPr>
          <a:xfrm>
            <a:off x="7328601" y="1828036"/>
            <a:ext cx="554762" cy="227800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5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B0D8689B-4FA5-354C-E2D3-7DBF2AEEEDB7}"/>
              </a:ext>
            </a:extLst>
          </p:cNvPr>
          <p:cNvSpPr txBox="1"/>
          <p:nvPr/>
        </p:nvSpPr>
        <p:spPr>
          <a:xfrm>
            <a:off x="7302940" y="2835670"/>
            <a:ext cx="617477" cy="30085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355">
                <a:latin typeface="Times New Roman" panose="02020603050405020304" pitchFamily="18" charset="0"/>
                <a:cs typeface="Times New Roman" panose="02020603050405020304" pitchFamily="18" charset="0"/>
              </a:rPr>
              <a:t>MMA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1C52CFED-44E7-9B3B-3068-ADB644BD1BB6}"/>
                  </a:ext>
                </a:extLst>
              </p:cNvPr>
              <p:cNvSpPr txBox="1"/>
              <p:nvPr/>
            </p:nvSpPr>
            <p:spPr>
              <a:xfrm>
                <a:off x="7890240" y="2387326"/>
                <a:ext cx="369909" cy="2545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4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4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054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AE" sz="1355"/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1C52CFED-44E7-9B3B-3068-ADB644BD1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0240" y="2387326"/>
                <a:ext cx="369909" cy="25455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ADCA5A88-7246-C135-94D0-7933CB834FCE}"/>
                  </a:ext>
                </a:extLst>
              </p:cNvPr>
              <p:cNvSpPr txBox="1"/>
              <p:nvPr/>
            </p:nvSpPr>
            <p:spPr>
              <a:xfrm>
                <a:off x="7896252" y="2612154"/>
                <a:ext cx="373051" cy="2545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4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4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054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AE" sz="1355"/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ADCA5A88-7246-C135-94D0-7933CB834F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6252" y="2612154"/>
                <a:ext cx="373051" cy="25455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703D924C-5FEC-BC3A-B5FF-4CD5A9A11DDA}"/>
                  </a:ext>
                </a:extLst>
              </p:cNvPr>
              <p:cNvSpPr txBox="1"/>
              <p:nvPr/>
            </p:nvSpPr>
            <p:spPr>
              <a:xfrm>
                <a:off x="7888675" y="2819038"/>
                <a:ext cx="373051" cy="2545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4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4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054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AE" sz="1355"/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703D924C-5FEC-BC3A-B5FF-4CD5A9A11D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675" y="2819038"/>
                <a:ext cx="373051" cy="25455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79A03D6-AFCB-0BC5-3070-C73CC8E1116E}"/>
                  </a:ext>
                </a:extLst>
              </p:cNvPr>
              <p:cNvSpPr txBox="1"/>
              <p:nvPr/>
            </p:nvSpPr>
            <p:spPr>
              <a:xfrm>
                <a:off x="7887103" y="3013618"/>
                <a:ext cx="367793" cy="2545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4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4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054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AE" sz="1355"/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79A03D6-AFCB-0BC5-3070-C73CC8E11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103" y="3013618"/>
                <a:ext cx="367793" cy="25455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99137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4C82C-0909-4029-5A8B-4BAAEA015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D0251974-00B2-C3B7-75F8-1E5628258CC4}"/>
                  </a:ext>
                </a:extLst>
              </p:cNvPr>
              <p:cNvSpPr/>
              <p:nvPr/>
            </p:nvSpPr>
            <p:spPr>
              <a:xfrm>
                <a:off x="2948965" y="3636506"/>
                <a:ext cx="518763" cy="374222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5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5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355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𝑐𝑚𝑑</m:t>
                          </m:r>
                        </m:sub>
                      </m:sSub>
                    </m:oMath>
                  </m:oMathPara>
                </a14:m>
                <a:endParaRPr lang="en-US" sz="1355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D0251974-00B2-C3B7-75F8-1E5628258C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8965" y="3636506"/>
                <a:ext cx="518763" cy="374222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9CEFB3C-E5A5-DB37-775E-8D3184628F29}"/>
              </a:ext>
            </a:extLst>
          </p:cNvPr>
          <p:cNvSpPr/>
          <p:nvPr/>
        </p:nvSpPr>
        <p:spPr>
          <a:xfrm>
            <a:off x="7078531" y="4397136"/>
            <a:ext cx="1115098" cy="66534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5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E4202C-AD39-5641-FCDA-D2A4DB688C8F}"/>
              </a:ext>
            </a:extLst>
          </p:cNvPr>
          <p:cNvSpPr txBox="1"/>
          <p:nvPr/>
        </p:nvSpPr>
        <p:spPr>
          <a:xfrm>
            <a:off x="7148501" y="4425890"/>
            <a:ext cx="993688" cy="6482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4">
                <a:latin typeface="Times New Roman" panose="02020603050405020304" pitchFamily="18" charset="0"/>
                <a:cs typeface="Times New Roman" panose="02020603050405020304" pitchFamily="18" charset="0"/>
              </a:rPr>
              <a:t>Sensing </a:t>
            </a:r>
          </a:p>
          <a:p>
            <a:pPr algn="ctr"/>
            <a:r>
              <a:rPr lang="en-US" sz="1204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</a:p>
          <a:p>
            <a:pPr algn="ctr"/>
            <a:r>
              <a:rPr lang="en-US" sz="1204">
                <a:latin typeface="Times New Roman" panose="02020603050405020304" pitchFamily="18" charset="0"/>
                <a:cs typeface="Times New Roman" panose="02020603050405020304" pitchFamily="18" charset="0"/>
              </a:rPr>
              <a:t>Estimation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4A55FEF0-5236-53D0-500E-F0166BE8751E}"/>
              </a:ext>
            </a:extLst>
          </p:cNvPr>
          <p:cNvSpPr/>
          <p:nvPr/>
        </p:nvSpPr>
        <p:spPr>
          <a:xfrm>
            <a:off x="4168514" y="1922225"/>
            <a:ext cx="929121" cy="46609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5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 MRAC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4F24183A-2B9B-702E-D53A-704BD02CE34A}"/>
                  </a:ext>
                </a:extLst>
              </p:cNvPr>
              <p:cNvSpPr/>
              <p:nvPr/>
            </p:nvSpPr>
            <p:spPr>
              <a:xfrm>
                <a:off x="2943264" y="3063396"/>
                <a:ext cx="521783" cy="374229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355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𝜓</m:t>
                    </m:r>
                    <m:r>
                      <a:rPr lang="en-US" sz="1355" i="1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𝑐𝑚𝑑</m:t>
                    </m:r>
                  </m:oMath>
                </a14:m>
                <a:r>
                  <a:rPr lang="en-US" sz="1355">
                    <a:solidFill>
                      <a:schemeClr val="tx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355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4F24183A-2B9B-702E-D53A-704BD02CE3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3264" y="3063396"/>
                <a:ext cx="521783" cy="374229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E7292B31-F5DA-E700-EBC1-7CBADBA0DB35}"/>
              </a:ext>
            </a:extLst>
          </p:cNvPr>
          <p:cNvSpPr/>
          <p:nvPr/>
        </p:nvSpPr>
        <p:spPr>
          <a:xfrm>
            <a:off x="8260614" y="2253171"/>
            <a:ext cx="1060259" cy="144629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5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3BF44FB-6658-95C7-21BB-C883F52300A5}"/>
              </a:ext>
            </a:extLst>
          </p:cNvPr>
          <p:cNvSpPr txBox="1"/>
          <p:nvPr/>
        </p:nvSpPr>
        <p:spPr>
          <a:xfrm>
            <a:off x="8336945" y="2863762"/>
            <a:ext cx="966770" cy="3008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355">
                <a:latin typeface="Times New Roman" panose="02020603050405020304" pitchFamily="18" charset="0"/>
                <a:cs typeface="Times New Roman" panose="02020603050405020304" pitchFamily="18" charset="0"/>
              </a:rPr>
              <a:t>Quadrotor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0AE6AF2-812C-22F6-F419-F0FD3C9A82DF}"/>
              </a:ext>
            </a:extLst>
          </p:cNvPr>
          <p:cNvCxnSpPr>
            <a:cxnSpLocks/>
            <a:stCxn id="4" idx="3"/>
            <a:endCxn id="21" idx="1"/>
          </p:cNvCxnSpPr>
          <p:nvPr/>
        </p:nvCxnSpPr>
        <p:spPr>
          <a:xfrm flipV="1">
            <a:off x="3467729" y="3823265"/>
            <a:ext cx="2640877" cy="353"/>
          </a:xfrm>
          <a:prstGeom prst="straightConnector1">
            <a:avLst/>
          </a:prstGeom>
          <a:ln w="28575" cmpd="sng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5D3162C-EDA5-27E1-1554-BE6038A5FEEA}"/>
              </a:ext>
            </a:extLst>
          </p:cNvPr>
          <p:cNvCxnSpPr/>
          <p:nvPr/>
        </p:nvCxnSpPr>
        <p:spPr>
          <a:xfrm>
            <a:off x="7820193" y="2833992"/>
            <a:ext cx="433536" cy="0"/>
          </a:xfrm>
          <a:prstGeom prst="straightConnector1">
            <a:avLst/>
          </a:prstGeom>
          <a:ln w="25400" cmpd="sng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AF4B941D-753A-8863-146A-3A47719E88B4}"/>
              </a:ext>
            </a:extLst>
          </p:cNvPr>
          <p:cNvSpPr txBox="1"/>
          <p:nvPr/>
        </p:nvSpPr>
        <p:spPr>
          <a:xfrm>
            <a:off x="9432058" y="2704800"/>
            <a:ext cx="665567" cy="30085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355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4F071B6-D6FA-B76C-32DB-1A39C9E45521}"/>
              </a:ext>
            </a:extLst>
          </p:cNvPr>
          <p:cNvSpPr txBox="1"/>
          <p:nvPr/>
        </p:nvSpPr>
        <p:spPr>
          <a:xfrm>
            <a:off x="8266995" y="4414313"/>
            <a:ext cx="1048685" cy="27764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204">
                <a:latin typeface="Times New Roman" panose="02020603050405020304" pitchFamily="18" charset="0"/>
                <a:cs typeface="Times New Roman" panose="02020603050405020304" pitchFamily="18" charset="0"/>
              </a:rPr>
              <a:t>System States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A8351F1-7C87-A045-7EF8-0CA8AD32E4F6}"/>
              </a:ext>
            </a:extLst>
          </p:cNvPr>
          <p:cNvCxnSpPr>
            <a:cxnSpLocks/>
          </p:cNvCxnSpPr>
          <p:nvPr/>
        </p:nvCxnSpPr>
        <p:spPr>
          <a:xfrm>
            <a:off x="5097636" y="2159990"/>
            <a:ext cx="2230961" cy="0"/>
          </a:xfrm>
          <a:prstGeom prst="straightConnector1">
            <a:avLst/>
          </a:prstGeom>
          <a:ln w="28575" cmpd="sng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605DDCA-90CD-E40B-7DE2-5B3D48E870CB}"/>
              </a:ext>
            </a:extLst>
          </p:cNvPr>
          <p:cNvCxnSpPr>
            <a:cxnSpLocks/>
          </p:cNvCxnSpPr>
          <p:nvPr/>
        </p:nvCxnSpPr>
        <p:spPr>
          <a:xfrm>
            <a:off x="5684391" y="2704061"/>
            <a:ext cx="1631320" cy="0"/>
          </a:xfrm>
          <a:prstGeom prst="straightConnector1">
            <a:avLst/>
          </a:prstGeom>
          <a:ln w="28575" cmpd="sng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D4D3167-2CBC-B04F-6A57-E26D473E407C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6381065" y="3256114"/>
            <a:ext cx="947536" cy="1"/>
          </a:xfrm>
          <a:prstGeom prst="straightConnector1">
            <a:avLst/>
          </a:prstGeom>
          <a:ln w="28575" cmpd="sng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BA65BAB-78EE-9B36-321D-F1505204B619}"/>
              </a:ext>
            </a:extLst>
          </p:cNvPr>
          <p:cNvCxnSpPr>
            <a:cxnSpLocks/>
          </p:cNvCxnSpPr>
          <p:nvPr/>
        </p:nvCxnSpPr>
        <p:spPr>
          <a:xfrm>
            <a:off x="7045651" y="3813541"/>
            <a:ext cx="275261" cy="0"/>
          </a:xfrm>
          <a:prstGeom prst="straightConnector1">
            <a:avLst/>
          </a:prstGeom>
          <a:ln w="28575" cmpd="sng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71B6E08C-15F4-87AE-DFF5-A529367AFB76}"/>
              </a:ext>
            </a:extLst>
          </p:cNvPr>
          <p:cNvSpPr txBox="1"/>
          <p:nvPr/>
        </p:nvSpPr>
        <p:spPr>
          <a:xfrm>
            <a:off x="9616985" y="1187887"/>
            <a:ext cx="917239" cy="41678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054">
                <a:latin typeface="Times New Roman" panose="02020603050405020304" pitchFamily="18" charset="0"/>
                <a:cs typeface="Times New Roman" panose="02020603050405020304" pitchFamily="18" charset="0"/>
              </a:rPr>
              <a:t>Motor Speed </a:t>
            </a:r>
          </a:p>
          <a:p>
            <a:pPr algn="ctr"/>
            <a:r>
              <a:rPr lang="en-US" sz="1054">
                <a:latin typeface="Times New Roman" panose="02020603050405020304" pitchFamily="18" charset="0"/>
                <a:cs typeface="Times New Roman" panose="02020603050405020304" pitchFamily="18" charset="0"/>
              </a:rPr>
              <a:t>Commands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ED330791-371B-7AE8-41EB-AF0091E95F7B}"/>
              </a:ext>
            </a:extLst>
          </p:cNvPr>
          <p:cNvSpPr txBox="1"/>
          <p:nvPr/>
        </p:nvSpPr>
        <p:spPr>
          <a:xfrm>
            <a:off x="8665141" y="909937"/>
            <a:ext cx="1925527" cy="30085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355">
                <a:latin typeface="Times New Roman" panose="02020603050405020304" pitchFamily="18" charset="0"/>
                <a:cs typeface="Times New Roman" panose="02020603050405020304" pitchFamily="18" charset="0"/>
              </a:rPr>
              <a:t>Motor Mixing Algorithm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86C6565D-B639-96B4-15FB-11587D335617}"/>
              </a:ext>
            </a:extLst>
          </p:cNvPr>
          <p:cNvCxnSpPr/>
          <p:nvPr/>
        </p:nvCxnSpPr>
        <p:spPr>
          <a:xfrm>
            <a:off x="7827075" y="2624711"/>
            <a:ext cx="433536" cy="0"/>
          </a:xfrm>
          <a:prstGeom prst="straightConnector1">
            <a:avLst/>
          </a:prstGeom>
          <a:ln w="25400" cmpd="sng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9644D65-F819-3580-624C-2713C4783F9F}"/>
              </a:ext>
            </a:extLst>
          </p:cNvPr>
          <p:cNvCxnSpPr/>
          <p:nvPr/>
        </p:nvCxnSpPr>
        <p:spPr>
          <a:xfrm>
            <a:off x="7816381" y="3040482"/>
            <a:ext cx="433536" cy="0"/>
          </a:xfrm>
          <a:prstGeom prst="straightConnector1">
            <a:avLst/>
          </a:prstGeom>
          <a:ln w="25400" cmpd="sng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60D19037-D852-97E6-7C78-B66A4FFBA74A}"/>
              </a:ext>
            </a:extLst>
          </p:cNvPr>
          <p:cNvCxnSpPr/>
          <p:nvPr/>
        </p:nvCxnSpPr>
        <p:spPr>
          <a:xfrm>
            <a:off x="7816381" y="3239866"/>
            <a:ext cx="433536" cy="0"/>
          </a:xfrm>
          <a:prstGeom prst="straightConnector1">
            <a:avLst/>
          </a:prstGeom>
          <a:ln w="25400" cmpd="sng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0A2E9CAF-2F2A-1964-DBB6-542734215079}"/>
              </a:ext>
            </a:extLst>
          </p:cNvPr>
          <p:cNvSpPr txBox="1"/>
          <p:nvPr/>
        </p:nvSpPr>
        <p:spPr>
          <a:xfrm>
            <a:off x="3398946" y="1911544"/>
            <a:ext cx="769568" cy="25455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4" i="1">
                <a:latin typeface="Times New Roman" panose="02020603050405020304" pitchFamily="18" charset="0"/>
                <a:cs typeface="Times New Roman" panose="02020603050405020304" pitchFamily="18" charset="0"/>
              </a:rPr>
              <a:t>Roll input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AD29A18-C5C7-3FF2-0C00-E32C588F4142}"/>
              </a:ext>
            </a:extLst>
          </p:cNvPr>
          <p:cNvSpPr txBox="1"/>
          <p:nvPr/>
        </p:nvSpPr>
        <p:spPr>
          <a:xfrm>
            <a:off x="3370183" y="2472090"/>
            <a:ext cx="929121" cy="25455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4" i="1">
                <a:latin typeface="Times New Roman" panose="02020603050405020304" pitchFamily="18" charset="0"/>
                <a:cs typeface="Times New Roman" panose="02020603050405020304" pitchFamily="18" charset="0"/>
              </a:rPr>
              <a:t>Pitch input</a:t>
            </a:r>
          </a:p>
        </p:txBody>
      </p:sp>
      <p:sp>
        <p:nvSpPr>
          <p:cNvPr id="10" name="Rounded Rectangle 149">
            <a:extLst>
              <a:ext uri="{FF2B5EF4-FFF2-40B4-BE49-F238E27FC236}">
                <a16:creationId xmlns:a16="http://schemas.microsoft.com/office/drawing/2014/main" id="{3C415E4A-3C7A-95D3-EC4A-2C7F7C3F2213}"/>
              </a:ext>
            </a:extLst>
          </p:cNvPr>
          <p:cNvSpPr/>
          <p:nvPr/>
        </p:nvSpPr>
        <p:spPr>
          <a:xfrm>
            <a:off x="7214885" y="1659226"/>
            <a:ext cx="2230961" cy="2632207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5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ounded Rectangle 41">
                <a:extLst>
                  <a:ext uri="{FF2B5EF4-FFF2-40B4-BE49-F238E27FC236}">
                    <a16:creationId xmlns:a16="http://schemas.microsoft.com/office/drawing/2014/main" id="{6C1B8A82-ED60-A47C-B18E-98DDEBAA51C8}"/>
                  </a:ext>
                </a:extLst>
              </p:cNvPr>
              <p:cNvSpPr/>
              <p:nvPr/>
            </p:nvSpPr>
            <p:spPr>
              <a:xfrm>
                <a:off x="2948967" y="1966153"/>
                <a:ext cx="504143" cy="36722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355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355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1355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𝑐𝑚𝑑</m:t>
                        </m:r>
                      </m:sub>
                    </m:sSub>
                  </m:oMath>
                </a14:m>
                <a:r>
                  <a:rPr lang="en-US" sz="1355" i="1">
                    <a:solidFill>
                      <a:schemeClr val="tx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355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Rounded Rectangle 41">
                <a:extLst>
                  <a:ext uri="{FF2B5EF4-FFF2-40B4-BE49-F238E27FC236}">
                    <a16:creationId xmlns:a16="http://schemas.microsoft.com/office/drawing/2014/main" id="{6C1B8A82-ED60-A47C-B18E-98DDEBAA51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8967" y="1966153"/>
                <a:ext cx="504143" cy="367220"/>
              </a:xfrm>
              <a:prstGeom prst="roundRect">
                <a:avLst/>
              </a:prstGeom>
              <a:blipFill>
                <a:blip r:embed="rId5"/>
                <a:stretch>
                  <a:fillRect l="-48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ounded Rectangle 41">
                <a:extLst>
                  <a:ext uri="{FF2B5EF4-FFF2-40B4-BE49-F238E27FC236}">
                    <a16:creationId xmlns:a16="http://schemas.microsoft.com/office/drawing/2014/main" id="{32606AC0-8F63-8D2C-D64A-B5C12D4F78C3}"/>
                  </a:ext>
                </a:extLst>
              </p:cNvPr>
              <p:cNvSpPr/>
              <p:nvPr/>
            </p:nvSpPr>
            <p:spPr>
              <a:xfrm>
                <a:off x="2948968" y="2511268"/>
                <a:ext cx="501748" cy="374229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355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355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355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𝑐𝑚𝑑</m:t>
                        </m:r>
                      </m:sub>
                    </m:sSub>
                  </m:oMath>
                </a14:m>
                <a:r>
                  <a:rPr lang="en-US" sz="1355">
                    <a:solidFill>
                      <a:schemeClr val="tx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355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Rounded Rectangle 41">
                <a:extLst>
                  <a:ext uri="{FF2B5EF4-FFF2-40B4-BE49-F238E27FC236}">
                    <a16:creationId xmlns:a16="http://schemas.microsoft.com/office/drawing/2014/main" id="{32606AC0-8F63-8D2C-D64A-B5C12D4F78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8968" y="2511268"/>
                <a:ext cx="501748" cy="374229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D8A38F98-EC72-45FF-85DD-5147E650BC7E}"/>
              </a:ext>
            </a:extLst>
          </p:cNvPr>
          <p:cNvSpPr txBox="1"/>
          <p:nvPr/>
        </p:nvSpPr>
        <p:spPr>
          <a:xfrm>
            <a:off x="3382361" y="3013619"/>
            <a:ext cx="865955" cy="25455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4" i="1">
                <a:latin typeface="Times New Roman" panose="02020603050405020304" pitchFamily="18" charset="0"/>
                <a:cs typeface="Times New Roman" panose="02020603050405020304" pitchFamily="18" charset="0"/>
              </a:rPr>
              <a:t>Yaw input</a:t>
            </a:r>
          </a:p>
        </p:txBody>
      </p:sp>
      <p:sp>
        <p:nvSpPr>
          <p:cNvPr id="9" name="Rounded Rectangle 25">
            <a:extLst>
              <a:ext uri="{FF2B5EF4-FFF2-40B4-BE49-F238E27FC236}">
                <a16:creationId xmlns:a16="http://schemas.microsoft.com/office/drawing/2014/main" id="{BC17699C-B082-F88F-ADD3-8821DACC8601}"/>
              </a:ext>
            </a:extLst>
          </p:cNvPr>
          <p:cNvSpPr/>
          <p:nvPr/>
        </p:nvSpPr>
        <p:spPr>
          <a:xfrm>
            <a:off x="4743039" y="2473034"/>
            <a:ext cx="929121" cy="46609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5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Pitch MRAC</a:t>
            </a:r>
          </a:p>
        </p:txBody>
      </p:sp>
      <p:sp>
        <p:nvSpPr>
          <p:cNvPr id="17" name="Rounded Rectangle 25">
            <a:extLst>
              <a:ext uri="{FF2B5EF4-FFF2-40B4-BE49-F238E27FC236}">
                <a16:creationId xmlns:a16="http://schemas.microsoft.com/office/drawing/2014/main" id="{DA705E74-464C-4AF7-7B4E-69C6A7BB2C19}"/>
              </a:ext>
            </a:extLst>
          </p:cNvPr>
          <p:cNvSpPr/>
          <p:nvPr/>
        </p:nvSpPr>
        <p:spPr>
          <a:xfrm>
            <a:off x="5451941" y="3023065"/>
            <a:ext cx="929121" cy="46609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5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Yaw MRAC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D7F338-C449-3428-00FB-C249DD371C65}"/>
              </a:ext>
            </a:extLst>
          </p:cNvPr>
          <p:cNvSpPr txBox="1"/>
          <p:nvPr/>
        </p:nvSpPr>
        <p:spPr>
          <a:xfrm>
            <a:off x="3393198" y="3595462"/>
            <a:ext cx="1072349" cy="25455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4" i="1">
                <a:latin typeface="Times New Roman" panose="02020603050405020304" pitchFamily="18" charset="0"/>
                <a:cs typeface="Times New Roman" panose="02020603050405020304" pitchFamily="18" charset="0"/>
              </a:rPr>
              <a:t>Altitude input</a:t>
            </a:r>
          </a:p>
        </p:txBody>
      </p:sp>
      <p:sp>
        <p:nvSpPr>
          <p:cNvPr id="21" name="Rounded Rectangle 25">
            <a:extLst>
              <a:ext uri="{FF2B5EF4-FFF2-40B4-BE49-F238E27FC236}">
                <a16:creationId xmlns:a16="http://schemas.microsoft.com/office/drawing/2014/main" id="{9EA93C10-2C94-4C2F-E0D1-C6E388542439}"/>
              </a:ext>
            </a:extLst>
          </p:cNvPr>
          <p:cNvSpPr/>
          <p:nvPr/>
        </p:nvSpPr>
        <p:spPr>
          <a:xfrm>
            <a:off x="6108606" y="3590216"/>
            <a:ext cx="929121" cy="46609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5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Altitude MRAC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F7D7C2D4-DF83-4C9F-907A-77E3744E50EB}"/>
                  </a:ext>
                </a:extLst>
              </p:cNvPr>
              <p:cNvSpPr txBox="1"/>
              <p:nvPr/>
            </p:nvSpPr>
            <p:spPr>
              <a:xfrm>
                <a:off x="6893023" y="1877322"/>
                <a:ext cx="408253" cy="3008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5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355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355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F7D7C2D4-DF83-4C9F-907A-77E3744E5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3023" y="1877322"/>
                <a:ext cx="408253" cy="3008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83BB870C-974E-C7FE-20E5-7B28F22F5DE5}"/>
                  </a:ext>
                </a:extLst>
              </p:cNvPr>
              <p:cNvSpPr txBox="1"/>
              <p:nvPr/>
            </p:nvSpPr>
            <p:spPr>
              <a:xfrm>
                <a:off x="6793876" y="2409268"/>
                <a:ext cx="574520" cy="3008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5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355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355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83BB870C-974E-C7FE-20E5-7B28F22F5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3876" y="2409268"/>
                <a:ext cx="574520" cy="3008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49D3AA6C-1AEE-A8E8-3359-85489AF0EF82}"/>
                  </a:ext>
                </a:extLst>
              </p:cNvPr>
              <p:cNvSpPr txBox="1"/>
              <p:nvPr/>
            </p:nvSpPr>
            <p:spPr>
              <a:xfrm>
                <a:off x="6809889" y="2980403"/>
                <a:ext cx="574520" cy="3008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5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355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355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49D3AA6C-1AEE-A8E8-3359-85489AF0E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9889" y="2980403"/>
                <a:ext cx="574520" cy="3008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74C53CA8-89CE-5013-E31F-74F54BBCFA4F}"/>
                  </a:ext>
                </a:extLst>
              </p:cNvPr>
              <p:cNvSpPr txBox="1"/>
              <p:nvPr/>
            </p:nvSpPr>
            <p:spPr>
              <a:xfrm>
                <a:off x="6870230" y="3440499"/>
                <a:ext cx="574520" cy="3008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5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355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55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74C53CA8-89CE-5013-E31F-74F54BBCFA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0230" y="3440499"/>
                <a:ext cx="574520" cy="30085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F4DD73E9-1522-4C8A-0FBE-C6D56942E6BE}"/>
                  </a:ext>
                </a:extLst>
              </p:cNvPr>
              <p:cNvSpPr txBox="1"/>
              <p:nvPr/>
            </p:nvSpPr>
            <p:spPr>
              <a:xfrm>
                <a:off x="4301628" y="3974658"/>
                <a:ext cx="409536" cy="7799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054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054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054" i="1" dirty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054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054" i="1" dirty="0"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</m:acc>
                                    </m:e>
                                  </m:mr>
                                  <m:m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</m:mr>
                                  <m:m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  <m:t>𝜓</m:t>
                                          </m:r>
                                        </m:e>
                                      </m:acc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054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F4DD73E9-1522-4C8A-0FBE-C6D56942E6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1628" y="3974658"/>
                <a:ext cx="409536" cy="77995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531296C-E85E-056F-4020-4E81B2FB6E5E}"/>
                  </a:ext>
                </a:extLst>
              </p:cNvPr>
              <p:cNvSpPr txBox="1"/>
              <p:nvPr/>
            </p:nvSpPr>
            <p:spPr>
              <a:xfrm>
                <a:off x="6220698" y="4397132"/>
                <a:ext cx="469710" cy="3338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05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054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1054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sz="1054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054"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054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531296C-E85E-056F-4020-4E81B2FB6E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0698" y="4397132"/>
                <a:ext cx="469710" cy="33387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955D0F5-5AC3-AF0A-030B-678081FD65B9}"/>
                  </a:ext>
                </a:extLst>
              </p:cNvPr>
              <p:cNvSpPr txBox="1"/>
              <p:nvPr/>
            </p:nvSpPr>
            <p:spPr>
              <a:xfrm>
                <a:off x="4859434" y="3992973"/>
                <a:ext cx="409536" cy="7526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054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054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054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054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054" i="1" dirty="0"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</m:acc>
                                    </m:e>
                                  </m:mr>
                                  <m:m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</m:mr>
                                  <m:m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  <m:t>𝜓</m:t>
                                          </m:r>
                                        </m:e>
                                      </m:acc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054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955D0F5-5AC3-AF0A-030B-678081FD6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9434" y="3992973"/>
                <a:ext cx="409536" cy="75264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0FE7654-B925-1844-BF3F-27F84F86348D}"/>
                  </a:ext>
                </a:extLst>
              </p:cNvPr>
              <p:cNvSpPr txBox="1"/>
              <p:nvPr/>
            </p:nvSpPr>
            <p:spPr>
              <a:xfrm>
                <a:off x="5581345" y="3977312"/>
                <a:ext cx="409536" cy="7799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054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054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054" i="1" dirty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054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054" i="1" dirty="0"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</m:acc>
                                    </m:e>
                                  </m:mr>
                                  <m:m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</m:mr>
                                  <m:m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  <m:t>𝜓</m:t>
                                          </m:r>
                                        </m:e>
                                      </m:acc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054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0FE7654-B925-1844-BF3F-27F84F8634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1345" y="3977312"/>
                <a:ext cx="409536" cy="77995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1F4ACFD-87B0-0C86-2C3F-FD53F8EB8F9B}"/>
              </a:ext>
            </a:extLst>
          </p:cNvPr>
          <p:cNvCxnSpPr>
            <a:stCxn id="42" idx="3"/>
            <a:endCxn id="17" idx="1"/>
          </p:cNvCxnSpPr>
          <p:nvPr/>
        </p:nvCxnSpPr>
        <p:spPr>
          <a:xfrm>
            <a:off x="3465046" y="3250515"/>
            <a:ext cx="1986898" cy="5600"/>
          </a:xfrm>
          <a:prstGeom prst="straightConnector1">
            <a:avLst/>
          </a:prstGeom>
          <a:ln w="28575" cmpd="sng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1FDBC07-8A49-E57F-21A6-48974FBD685E}"/>
              </a:ext>
            </a:extLst>
          </p:cNvPr>
          <p:cNvCxnSpPr>
            <a:cxnSpLocks/>
            <a:stCxn id="12" idx="3"/>
            <a:endCxn id="9" idx="1"/>
          </p:cNvCxnSpPr>
          <p:nvPr/>
        </p:nvCxnSpPr>
        <p:spPr>
          <a:xfrm>
            <a:off x="3450716" y="2698382"/>
            <a:ext cx="1292327" cy="7697"/>
          </a:xfrm>
          <a:prstGeom prst="straightConnector1">
            <a:avLst/>
          </a:prstGeom>
          <a:ln w="28575" cmpd="sng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776D246-9E96-8F6D-6A3F-91F557AE80EF}"/>
              </a:ext>
            </a:extLst>
          </p:cNvPr>
          <p:cNvCxnSpPr>
            <a:cxnSpLocks/>
            <a:stCxn id="11" idx="3"/>
            <a:endCxn id="26" idx="1"/>
          </p:cNvCxnSpPr>
          <p:nvPr/>
        </p:nvCxnSpPr>
        <p:spPr>
          <a:xfrm>
            <a:off x="3453110" y="2149759"/>
            <a:ext cx="715408" cy="5512"/>
          </a:xfrm>
          <a:prstGeom prst="straightConnector1">
            <a:avLst/>
          </a:prstGeom>
          <a:ln w="28575" cmpd="sng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879DA1F0-55E2-49F9-3092-3B1B73B506CB}"/>
              </a:ext>
            </a:extLst>
          </p:cNvPr>
          <p:cNvCxnSpPr>
            <a:stCxn id="5" idx="1"/>
            <a:endCxn id="21" idx="2"/>
          </p:cNvCxnSpPr>
          <p:nvPr/>
        </p:nvCxnSpPr>
        <p:spPr>
          <a:xfrm rot="10800000">
            <a:off x="6573170" y="4056307"/>
            <a:ext cx="505362" cy="673496"/>
          </a:xfrm>
          <a:prstGeom prst="bentConnector2">
            <a:avLst/>
          </a:prstGeom>
          <a:ln w="28575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DC50B71-D8E4-7FE7-AC30-5A44CDD39F8B}"/>
              </a:ext>
            </a:extLst>
          </p:cNvPr>
          <p:cNvCxnSpPr>
            <a:stCxn id="5" idx="1"/>
            <a:endCxn id="17" idx="2"/>
          </p:cNvCxnSpPr>
          <p:nvPr/>
        </p:nvCxnSpPr>
        <p:spPr>
          <a:xfrm rot="10800000">
            <a:off x="5916506" y="3489160"/>
            <a:ext cx="1162027" cy="1240648"/>
          </a:xfrm>
          <a:prstGeom prst="bentConnector2">
            <a:avLst/>
          </a:prstGeom>
          <a:ln w="28575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875A4FB7-3AB7-908E-ABE2-08EDFBA71A94}"/>
              </a:ext>
            </a:extLst>
          </p:cNvPr>
          <p:cNvCxnSpPr>
            <a:stCxn id="5" idx="1"/>
            <a:endCxn id="9" idx="2"/>
          </p:cNvCxnSpPr>
          <p:nvPr/>
        </p:nvCxnSpPr>
        <p:spPr>
          <a:xfrm rot="10800000">
            <a:off x="5207600" y="2939129"/>
            <a:ext cx="1870928" cy="1790679"/>
          </a:xfrm>
          <a:prstGeom prst="bentConnector2">
            <a:avLst/>
          </a:prstGeom>
          <a:ln w="28575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8347CCC3-1B58-FA7D-9BE6-78821C7334C1}"/>
              </a:ext>
            </a:extLst>
          </p:cNvPr>
          <p:cNvCxnSpPr>
            <a:stCxn id="5" idx="1"/>
            <a:endCxn id="26" idx="2"/>
          </p:cNvCxnSpPr>
          <p:nvPr/>
        </p:nvCxnSpPr>
        <p:spPr>
          <a:xfrm rot="10800000">
            <a:off x="4633080" y="2388316"/>
            <a:ext cx="2445453" cy="2341487"/>
          </a:xfrm>
          <a:prstGeom prst="bentConnector2">
            <a:avLst/>
          </a:prstGeom>
          <a:ln w="28575">
            <a:headEnd type="none"/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62185010-C100-9A33-B288-031BB9DF4848}"/>
              </a:ext>
            </a:extLst>
          </p:cNvPr>
          <p:cNvCxnSpPr>
            <a:cxnSpLocks/>
            <a:stCxn id="48" idx="3"/>
            <a:endCxn id="5" idx="3"/>
          </p:cNvCxnSpPr>
          <p:nvPr/>
        </p:nvCxnSpPr>
        <p:spPr>
          <a:xfrm flipH="1">
            <a:off x="8193625" y="2976313"/>
            <a:ext cx="1127243" cy="1753490"/>
          </a:xfrm>
          <a:prstGeom prst="bentConnector3">
            <a:avLst>
              <a:gd name="adj1" fmla="val -26142"/>
            </a:avLst>
          </a:prstGeom>
          <a:ln w="28575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814E86B-BBF2-A58E-CE83-48F0C49DB535}"/>
              </a:ext>
            </a:extLst>
          </p:cNvPr>
          <p:cNvSpPr/>
          <p:nvPr/>
        </p:nvSpPr>
        <p:spPr>
          <a:xfrm>
            <a:off x="7328601" y="1828036"/>
            <a:ext cx="554762" cy="227800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5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F8963F56-0741-4CBD-B2EB-1013D8C4BA04}"/>
              </a:ext>
            </a:extLst>
          </p:cNvPr>
          <p:cNvSpPr txBox="1"/>
          <p:nvPr/>
        </p:nvSpPr>
        <p:spPr>
          <a:xfrm>
            <a:off x="7302940" y="2835670"/>
            <a:ext cx="617477" cy="30085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355">
                <a:latin typeface="Times New Roman" panose="02020603050405020304" pitchFamily="18" charset="0"/>
                <a:cs typeface="Times New Roman" panose="02020603050405020304" pitchFamily="18" charset="0"/>
              </a:rPr>
              <a:t>MMA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58BBD32-438F-BAF6-2030-62BA6750D5B5}"/>
                  </a:ext>
                </a:extLst>
              </p:cNvPr>
              <p:cNvSpPr txBox="1"/>
              <p:nvPr/>
            </p:nvSpPr>
            <p:spPr>
              <a:xfrm>
                <a:off x="7890240" y="2387326"/>
                <a:ext cx="369909" cy="2545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4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4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054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AE" sz="1355"/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58BBD32-438F-BAF6-2030-62BA6750D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0240" y="2387326"/>
                <a:ext cx="369909" cy="25455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AFA121A-4E06-9D36-1BE3-CE721F8CC082}"/>
                  </a:ext>
                </a:extLst>
              </p:cNvPr>
              <p:cNvSpPr txBox="1"/>
              <p:nvPr/>
            </p:nvSpPr>
            <p:spPr>
              <a:xfrm>
                <a:off x="7896252" y="2612154"/>
                <a:ext cx="373051" cy="2545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4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4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054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AE" sz="1355"/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AFA121A-4E06-9D36-1BE3-CE721F8CC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6252" y="2612154"/>
                <a:ext cx="373051" cy="25455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DFF3B5A-EE0C-75FF-C1AB-14D9E124AB40}"/>
                  </a:ext>
                </a:extLst>
              </p:cNvPr>
              <p:cNvSpPr txBox="1"/>
              <p:nvPr/>
            </p:nvSpPr>
            <p:spPr>
              <a:xfrm>
                <a:off x="7888675" y="2819038"/>
                <a:ext cx="373051" cy="2545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4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4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054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AE" sz="1355"/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DFF3B5A-EE0C-75FF-C1AB-14D9E124A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675" y="2819038"/>
                <a:ext cx="373051" cy="25455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78C7120-EA82-7C52-410A-9FE1C1951EA7}"/>
                  </a:ext>
                </a:extLst>
              </p:cNvPr>
              <p:cNvSpPr txBox="1"/>
              <p:nvPr/>
            </p:nvSpPr>
            <p:spPr>
              <a:xfrm>
                <a:off x="7887103" y="3013618"/>
                <a:ext cx="367793" cy="2545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4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4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054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AE" sz="1355"/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78C7120-EA82-7C52-410A-9FE1C1951E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103" y="3013618"/>
                <a:ext cx="367793" cy="25455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92007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47D8A-6FA6-84A0-877A-3C19CBF01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ECAB45BF-B107-0A18-7358-16C50C469607}"/>
                  </a:ext>
                </a:extLst>
              </p:cNvPr>
              <p:cNvSpPr/>
              <p:nvPr/>
            </p:nvSpPr>
            <p:spPr>
              <a:xfrm>
                <a:off x="2948965" y="3636506"/>
                <a:ext cx="518763" cy="374222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5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5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355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𝑐𝑚𝑑</m:t>
                          </m:r>
                        </m:sub>
                      </m:sSub>
                    </m:oMath>
                  </m:oMathPara>
                </a14:m>
                <a:endParaRPr lang="en-US" sz="1355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ECAB45BF-B107-0A18-7358-16C50C4696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8965" y="3636506"/>
                <a:ext cx="518763" cy="374222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4D8A6E-17DE-2638-7F48-0B370570D927}"/>
              </a:ext>
            </a:extLst>
          </p:cNvPr>
          <p:cNvSpPr/>
          <p:nvPr/>
        </p:nvSpPr>
        <p:spPr>
          <a:xfrm>
            <a:off x="7078531" y="4397136"/>
            <a:ext cx="1115098" cy="66534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5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698953-9CBC-4DBC-8648-8C73AAA9A698}"/>
              </a:ext>
            </a:extLst>
          </p:cNvPr>
          <p:cNvSpPr txBox="1"/>
          <p:nvPr/>
        </p:nvSpPr>
        <p:spPr>
          <a:xfrm>
            <a:off x="7148501" y="4425890"/>
            <a:ext cx="993688" cy="6482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4">
                <a:latin typeface="Times New Roman" panose="02020603050405020304" pitchFamily="18" charset="0"/>
                <a:cs typeface="Times New Roman" panose="02020603050405020304" pitchFamily="18" charset="0"/>
              </a:rPr>
              <a:t>Sensing </a:t>
            </a:r>
          </a:p>
          <a:p>
            <a:pPr algn="ctr"/>
            <a:r>
              <a:rPr lang="en-US" sz="1204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</a:p>
          <a:p>
            <a:pPr algn="ctr"/>
            <a:r>
              <a:rPr lang="en-US" sz="1204">
                <a:latin typeface="Times New Roman" panose="02020603050405020304" pitchFamily="18" charset="0"/>
                <a:cs typeface="Times New Roman" panose="02020603050405020304" pitchFamily="18" charset="0"/>
              </a:rPr>
              <a:t>Estimation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761538F-1D48-EF80-C1C3-B9708B56DEB5}"/>
              </a:ext>
            </a:extLst>
          </p:cNvPr>
          <p:cNvSpPr/>
          <p:nvPr/>
        </p:nvSpPr>
        <p:spPr>
          <a:xfrm>
            <a:off x="4168514" y="1922225"/>
            <a:ext cx="929121" cy="46609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5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 MRAC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6FA5A467-0B6D-C6C6-EE1F-93CC435AA25A}"/>
                  </a:ext>
                </a:extLst>
              </p:cNvPr>
              <p:cNvSpPr/>
              <p:nvPr/>
            </p:nvSpPr>
            <p:spPr>
              <a:xfrm>
                <a:off x="2943264" y="3063396"/>
                <a:ext cx="521783" cy="374229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355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𝜓</m:t>
                    </m:r>
                    <m:r>
                      <a:rPr lang="en-US" sz="1355" i="1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𝑐𝑚𝑑</m:t>
                    </m:r>
                  </m:oMath>
                </a14:m>
                <a:r>
                  <a:rPr lang="en-US" sz="1355">
                    <a:solidFill>
                      <a:schemeClr val="tx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355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6FA5A467-0B6D-C6C6-EE1F-93CC435AA2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3264" y="3063396"/>
                <a:ext cx="521783" cy="374229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7637ED80-F1F7-5671-C802-1F5D289FC568}"/>
              </a:ext>
            </a:extLst>
          </p:cNvPr>
          <p:cNvSpPr/>
          <p:nvPr/>
        </p:nvSpPr>
        <p:spPr>
          <a:xfrm>
            <a:off x="8260614" y="2253171"/>
            <a:ext cx="1060259" cy="144629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5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64CF1BD-1A1E-5667-E654-C621C0BC7705}"/>
              </a:ext>
            </a:extLst>
          </p:cNvPr>
          <p:cNvSpPr txBox="1"/>
          <p:nvPr/>
        </p:nvSpPr>
        <p:spPr>
          <a:xfrm>
            <a:off x="8336945" y="2863762"/>
            <a:ext cx="966770" cy="3008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355">
                <a:latin typeface="Times New Roman" panose="02020603050405020304" pitchFamily="18" charset="0"/>
                <a:cs typeface="Times New Roman" panose="02020603050405020304" pitchFamily="18" charset="0"/>
              </a:rPr>
              <a:t>Quadrotor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8BD927C-C54E-BAE1-E78E-4F3D90B0C187}"/>
              </a:ext>
            </a:extLst>
          </p:cNvPr>
          <p:cNvCxnSpPr>
            <a:cxnSpLocks/>
            <a:stCxn id="4" idx="3"/>
            <a:endCxn id="21" idx="1"/>
          </p:cNvCxnSpPr>
          <p:nvPr/>
        </p:nvCxnSpPr>
        <p:spPr>
          <a:xfrm flipV="1">
            <a:off x="3467729" y="3823265"/>
            <a:ext cx="2640877" cy="353"/>
          </a:xfrm>
          <a:prstGeom prst="straightConnector1">
            <a:avLst/>
          </a:prstGeom>
          <a:ln w="28575" cmpd="sng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AA7081B-54A6-EE58-AD5B-399D0847122F}"/>
              </a:ext>
            </a:extLst>
          </p:cNvPr>
          <p:cNvCxnSpPr/>
          <p:nvPr/>
        </p:nvCxnSpPr>
        <p:spPr>
          <a:xfrm>
            <a:off x="7820193" y="2833992"/>
            <a:ext cx="433536" cy="0"/>
          </a:xfrm>
          <a:prstGeom prst="straightConnector1">
            <a:avLst/>
          </a:prstGeom>
          <a:ln w="25400" cmpd="sng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C58876A3-7DF1-95CF-6C9B-982139EF97B0}"/>
              </a:ext>
            </a:extLst>
          </p:cNvPr>
          <p:cNvSpPr txBox="1"/>
          <p:nvPr/>
        </p:nvSpPr>
        <p:spPr>
          <a:xfrm>
            <a:off x="9432058" y="2704800"/>
            <a:ext cx="665567" cy="30085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355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39C846C-8C54-C614-41FD-17343E61536B}"/>
              </a:ext>
            </a:extLst>
          </p:cNvPr>
          <p:cNvSpPr txBox="1"/>
          <p:nvPr/>
        </p:nvSpPr>
        <p:spPr>
          <a:xfrm>
            <a:off x="8266995" y="4414313"/>
            <a:ext cx="1048685" cy="27764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204">
                <a:latin typeface="Times New Roman" panose="02020603050405020304" pitchFamily="18" charset="0"/>
                <a:cs typeface="Times New Roman" panose="02020603050405020304" pitchFamily="18" charset="0"/>
              </a:rPr>
              <a:t>System States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84ACE5C-536A-07C0-B81A-819CBAD1CF45}"/>
              </a:ext>
            </a:extLst>
          </p:cNvPr>
          <p:cNvCxnSpPr>
            <a:cxnSpLocks/>
          </p:cNvCxnSpPr>
          <p:nvPr/>
        </p:nvCxnSpPr>
        <p:spPr>
          <a:xfrm>
            <a:off x="5097636" y="2159990"/>
            <a:ext cx="2230961" cy="0"/>
          </a:xfrm>
          <a:prstGeom prst="straightConnector1">
            <a:avLst/>
          </a:prstGeom>
          <a:ln w="28575" cmpd="sng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EE132924-35CA-9F04-6AED-26E36680F8DD}"/>
              </a:ext>
            </a:extLst>
          </p:cNvPr>
          <p:cNvCxnSpPr>
            <a:cxnSpLocks/>
          </p:cNvCxnSpPr>
          <p:nvPr/>
        </p:nvCxnSpPr>
        <p:spPr>
          <a:xfrm>
            <a:off x="5684391" y="2704061"/>
            <a:ext cx="1631320" cy="0"/>
          </a:xfrm>
          <a:prstGeom prst="straightConnector1">
            <a:avLst/>
          </a:prstGeom>
          <a:ln w="28575" cmpd="sng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F95C10E-91B6-F802-6042-A153C025BEDD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6381065" y="3256114"/>
            <a:ext cx="947536" cy="1"/>
          </a:xfrm>
          <a:prstGeom prst="straightConnector1">
            <a:avLst/>
          </a:prstGeom>
          <a:ln w="28575" cmpd="sng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7CCC5FE-E3FD-613A-9462-D3EC8C17B47C}"/>
              </a:ext>
            </a:extLst>
          </p:cNvPr>
          <p:cNvCxnSpPr>
            <a:cxnSpLocks/>
          </p:cNvCxnSpPr>
          <p:nvPr/>
        </p:nvCxnSpPr>
        <p:spPr>
          <a:xfrm>
            <a:off x="7045651" y="3813541"/>
            <a:ext cx="275261" cy="0"/>
          </a:xfrm>
          <a:prstGeom prst="straightConnector1">
            <a:avLst/>
          </a:prstGeom>
          <a:ln w="28575" cmpd="sng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16D63C70-A468-8245-5123-A673F13BB957}"/>
              </a:ext>
            </a:extLst>
          </p:cNvPr>
          <p:cNvCxnSpPr/>
          <p:nvPr/>
        </p:nvCxnSpPr>
        <p:spPr>
          <a:xfrm>
            <a:off x="7827075" y="2624711"/>
            <a:ext cx="433536" cy="0"/>
          </a:xfrm>
          <a:prstGeom prst="straightConnector1">
            <a:avLst/>
          </a:prstGeom>
          <a:ln w="25400" cmpd="sng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739183BD-A877-3305-C752-C3597B02A778}"/>
              </a:ext>
            </a:extLst>
          </p:cNvPr>
          <p:cNvCxnSpPr/>
          <p:nvPr/>
        </p:nvCxnSpPr>
        <p:spPr>
          <a:xfrm>
            <a:off x="7816381" y="3040482"/>
            <a:ext cx="433536" cy="0"/>
          </a:xfrm>
          <a:prstGeom prst="straightConnector1">
            <a:avLst/>
          </a:prstGeom>
          <a:ln w="25400" cmpd="sng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0355FA52-B660-96D9-202D-E08EE8D66B5D}"/>
              </a:ext>
            </a:extLst>
          </p:cNvPr>
          <p:cNvCxnSpPr/>
          <p:nvPr/>
        </p:nvCxnSpPr>
        <p:spPr>
          <a:xfrm>
            <a:off x="7816381" y="3239866"/>
            <a:ext cx="433536" cy="0"/>
          </a:xfrm>
          <a:prstGeom prst="straightConnector1">
            <a:avLst/>
          </a:prstGeom>
          <a:ln w="25400" cmpd="sng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C8D719A4-7BDC-599B-5EE8-D75CC867A295}"/>
              </a:ext>
            </a:extLst>
          </p:cNvPr>
          <p:cNvSpPr txBox="1"/>
          <p:nvPr/>
        </p:nvSpPr>
        <p:spPr>
          <a:xfrm>
            <a:off x="3398946" y="1911544"/>
            <a:ext cx="769568" cy="25455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4" i="1">
                <a:latin typeface="Times New Roman" panose="02020603050405020304" pitchFamily="18" charset="0"/>
                <a:cs typeface="Times New Roman" panose="02020603050405020304" pitchFamily="18" charset="0"/>
              </a:rPr>
              <a:t>Roll input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3A03BF7-F417-EB43-7C8C-3AA72C9D20D0}"/>
              </a:ext>
            </a:extLst>
          </p:cNvPr>
          <p:cNvSpPr txBox="1"/>
          <p:nvPr/>
        </p:nvSpPr>
        <p:spPr>
          <a:xfrm>
            <a:off x="3370183" y="2472090"/>
            <a:ext cx="929121" cy="25455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4" i="1">
                <a:latin typeface="Times New Roman" panose="02020603050405020304" pitchFamily="18" charset="0"/>
                <a:cs typeface="Times New Roman" panose="02020603050405020304" pitchFamily="18" charset="0"/>
              </a:rPr>
              <a:t>Pitch input</a:t>
            </a:r>
          </a:p>
        </p:txBody>
      </p:sp>
      <p:sp>
        <p:nvSpPr>
          <p:cNvPr id="10" name="Rounded Rectangle 149">
            <a:extLst>
              <a:ext uri="{FF2B5EF4-FFF2-40B4-BE49-F238E27FC236}">
                <a16:creationId xmlns:a16="http://schemas.microsoft.com/office/drawing/2014/main" id="{248030D2-FCCB-981B-4B12-B3FC8EA03A9B}"/>
              </a:ext>
            </a:extLst>
          </p:cNvPr>
          <p:cNvSpPr/>
          <p:nvPr/>
        </p:nvSpPr>
        <p:spPr>
          <a:xfrm>
            <a:off x="7214885" y="1659226"/>
            <a:ext cx="2230961" cy="2632207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5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ounded Rectangle 41">
                <a:extLst>
                  <a:ext uri="{FF2B5EF4-FFF2-40B4-BE49-F238E27FC236}">
                    <a16:creationId xmlns:a16="http://schemas.microsoft.com/office/drawing/2014/main" id="{DA4E6B87-2158-472B-23B1-D3E09953D144}"/>
                  </a:ext>
                </a:extLst>
              </p:cNvPr>
              <p:cNvSpPr/>
              <p:nvPr/>
            </p:nvSpPr>
            <p:spPr>
              <a:xfrm>
                <a:off x="2948967" y="1966153"/>
                <a:ext cx="504143" cy="36722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355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355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1355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𝑐𝑚𝑑</m:t>
                        </m:r>
                      </m:sub>
                    </m:sSub>
                  </m:oMath>
                </a14:m>
                <a:r>
                  <a:rPr lang="en-US" sz="1355" i="1">
                    <a:solidFill>
                      <a:schemeClr val="tx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355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Rounded Rectangle 41">
                <a:extLst>
                  <a:ext uri="{FF2B5EF4-FFF2-40B4-BE49-F238E27FC236}">
                    <a16:creationId xmlns:a16="http://schemas.microsoft.com/office/drawing/2014/main" id="{DA4E6B87-2158-472B-23B1-D3E09953D1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8967" y="1966153"/>
                <a:ext cx="504143" cy="367220"/>
              </a:xfrm>
              <a:prstGeom prst="roundRect">
                <a:avLst/>
              </a:prstGeom>
              <a:blipFill>
                <a:blip r:embed="rId5"/>
                <a:stretch>
                  <a:fillRect l="-48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ounded Rectangle 41">
                <a:extLst>
                  <a:ext uri="{FF2B5EF4-FFF2-40B4-BE49-F238E27FC236}">
                    <a16:creationId xmlns:a16="http://schemas.microsoft.com/office/drawing/2014/main" id="{9922DD95-B4B0-B5E8-E6A1-AAC917737C07}"/>
                  </a:ext>
                </a:extLst>
              </p:cNvPr>
              <p:cNvSpPr/>
              <p:nvPr/>
            </p:nvSpPr>
            <p:spPr>
              <a:xfrm>
                <a:off x="2948968" y="2511268"/>
                <a:ext cx="501748" cy="374229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355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355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355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𝑐𝑚𝑑</m:t>
                        </m:r>
                      </m:sub>
                    </m:sSub>
                  </m:oMath>
                </a14:m>
                <a:r>
                  <a:rPr lang="en-US" sz="1355">
                    <a:solidFill>
                      <a:schemeClr val="tx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355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Rounded Rectangle 41">
                <a:extLst>
                  <a:ext uri="{FF2B5EF4-FFF2-40B4-BE49-F238E27FC236}">
                    <a16:creationId xmlns:a16="http://schemas.microsoft.com/office/drawing/2014/main" id="{9922DD95-B4B0-B5E8-E6A1-AAC917737C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8968" y="2511268"/>
                <a:ext cx="501748" cy="374229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85AEE7F3-5E3A-95BE-B9B8-26D935FCEA1C}"/>
              </a:ext>
            </a:extLst>
          </p:cNvPr>
          <p:cNvSpPr txBox="1"/>
          <p:nvPr/>
        </p:nvSpPr>
        <p:spPr>
          <a:xfrm>
            <a:off x="3382361" y="3013619"/>
            <a:ext cx="865955" cy="25455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4" i="1">
                <a:latin typeface="Times New Roman" panose="02020603050405020304" pitchFamily="18" charset="0"/>
                <a:cs typeface="Times New Roman" panose="02020603050405020304" pitchFamily="18" charset="0"/>
              </a:rPr>
              <a:t>Yaw input</a:t>
            </a:r>
          </a:p>
        </p:txBody>
      </p:sp>
      <p:sp>
        <p:nvSpPr>
          <p:cNvPr id="9" name="Rounded Rectangle 25">
            <a:extLst>
              <a:ext uri="{FF2B5EF4-FFF2-40B4-BE49-F238E27FC236}">
                <a16:creationId xmlns:a16="http://schemas.microsoft.com/office/drawing/2014/main" id="{6899E222-8D04-93F0-6E8D-730D7CD3214D}"/>
              </a:ext>
            </a:extLst>
          </p:cNvPr>
          <p:cNvSpPr/>
          <p:nvPr/>
        </p:nvSpPr>
        <p:spPr>
          <a:xfrm>
            <a:off x="4743039" y="2473034"/>
            <a:ext cx="929121" cy="46609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5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Pitch MRAC</a:t>
            </a:r>
          </a:p>
        </p:txBody>
      </p:sp>
      <p:sp>
        <p:nvSpPr>
          <p:cNvPr id="17" name="Rounded Rectangle 25">
            <a:extLst>
              <a:ext uri="{FF2B5EF4-FFF2-40B4-BE49-F238E27FC236}">
                <a16:creationId xmlns:a16="http://schemas.microsoft.com/office/drawing/2014/main" id="{796E6740-CBD5-15A7-C4C7-608C1A5ECA6C}"/>
              </a:ext>
            </a:extLst>
          </p:cNvPr>
          <p:cNvSpPr/>
          <p:nvPr/>
        </p:nvSpPr>
        <p:spPr>
          <a:xfrm>
            <a:off x="5451941" y="3023065"/>
            <a:ext cx="929121" cy="46609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5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Yaw MRAC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D07DCB-AE45-CF79-98D5-D915F1737A20}"/>
              </a:ext>
            </a:extLst>
          </p:cNvPr>
          <p:cNvSpPr txBox="1"/>
          <p:nvPr/>
        </p:nvSpPr>
        <p:spPr>
          <a:xfrm>
            <a:off x="3393198" y="3595462"/>
            <a:ext cx="1072349" cy="25455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4" i="1">
                <a:latin typeface="Times New Roman" panose="02020603050405020304" pitchFamily="18" charset="0"/>
                <a:cs typeface="Times New Roman" panose="02020603050405020304" pitchFamily="18" charset="0"/>
              </a:rPr>
              <a:t>Altitude input</a:t>
            </a:r>
          </a:p>
        </p:txBody>
      </p:sp>
      <p:sp>
        <p:nvSpPr>
          <p:cNvPr id="21" name="Rounded Rectangle 25">
            <a:extLst>
              <a:ext uri="{FF2B5EF4-FFF2-40B4-BE49-F238E27FC236}">
                <a16:creationId xmlns:a16="http://schemas.microsoft.com/office/drawing/2014/main" id="{74292411-850D-DF42-5552-57BF91D067BF}"/>
              </a:ext>
            </a:extLst>
          </p:cNvPr>
          <p:cNvSpPr/>
          <p:nvPr/>
        </p:nvSpPr>
        <p:spPr>
          <a:xfrm>
            <a:off x="6108606" y="3590216"/>
            <a:ext cx="929121" cy="46609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5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Altitude MRAC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46646412-41CC-B100-2930-FC35ACC1CF59}"/>
                  </a:ext>
                </a:extLst>
              </p:cNvPr>
              <p:cNvSpPr txBox="1"/>
              <p:nvPr/>
            </p:nvSpPr>
            <p:spPr>
              <a:xfrm>
                <a:off x="6893023" y="1877322"/>
                <a:ext cx="408253" cy="3008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5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355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355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46646412-41CC-B100-2930-FC35ACC1C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3023" y="1877322"/>
                <a:ext cx="408253" cy="3008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31211835-1BBD-99E7-2DD9-8BD58E26718F}"/>
                  </a:ext>
                </a:extLst>
              </p:cNvPr>
              <p:cNvSpPr txBox="1"/>
              <p:nvPr/>
            </p:nvSpPr>
            <p:spPr>
              <a:xfrm>
                <a:off x="6793876" y="2409268"/>
                <a:ext cx="574520" cy="3008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5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355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355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31211835-1BBD-99E7-2DD9-8BD58E267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3876" y="2409268"/>
                <a:ext cx="574520" cy="3008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556B99E0-725A-24BA-6F04-FFF9F1633982}"/>
                  </a:ext>
                </a:extLst>
              </p:cNvPr>
              <p:cNvSpPr txBox="1"/>
              <p:nvPr/>
            </p:nvSpPr>
            <p:spPr>
              <a:xfrm>
                <a:off x="6809889" y="2980403"/>
                <a:ext cx="574520" cy="3008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5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355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355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556B99E0-725A-24BA-6F04-FFF9F1633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9889" y="2980403"/>
                <a:ext cx="574520" cy="3008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88F1E931-7134-2806-24AE-69CD700182A5}"/>
                  </a:ext>
                </a:extLst>
              </p:cNvPr>
              <p:cNvSpPr txBox="1"/>
              <p:nvPr/>
            </p:nvSpPr>
            <p:spPr>
              <a:xfrm>
                <a:off x="6870230" y="3440499"/>
                <a:ext cx="574520" cy="3008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5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355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55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88F1E931-7134-2806-24AE-69CD70018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0230" y="3440499"/>
                <a:ext cx="574520" cy="30085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4571FB77-B4CC-C6F6-BA0F-99F6F34EFFB6}"/>
                  </a:ext>
                </a:extLst>
              </p:cNvPr>
              <p:cNvSpPr txBox="1"/>
              <p:nvPr/>
            </p:nvSpPr>
            <p:spPr>
              <a:xfrm>
                <a:off x="4301628" y="3974658"/>
                <a:ext cx="409536" cy="7799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054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054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054" i="1" dirty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054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054" i="1" dirty="0"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</m:acc>
                                    </m:e>
                                  </m:mr>
                                  <m:m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</m:mr>
                                  <m:m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  <m:t>𝜓</m:t>
                                          </m:r>
                                        </m:e>
                                      </m:acc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054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4571FB77-B4CC-C6F6-BA0F-99F6F34EF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1628" y="3974658"/>
                <a:ext cx="409536" cy="77995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EB3525D-5342-F461-06B1-1C2364F4BE3E}"/>
                  </a:ext>
                </a:extLst>
              </p:cNvPr>
              <p:cNvSpPr txBox="1"/>
              <p:nvPr/>
            </p:nvSpPr>
            <p:spPr>
              <a:xfrm>
                <a:off x="6220698" y="4397132"/>
                <a:ext cx="469710" cy="3338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05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054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1054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sz="1054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054"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054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EB3525D-5342-F461-06B1-1C2364F4B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0698" y="4397132"/>
                <a:ext cx="469710" cy="33387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9D6492B-9605-F09E-9E9D-5F061A46C9F9}"/>
                  </a:ext>
                </a:extLst>
              </p:cNvPr>
              <p:cNvSpPr txBox="1"/>
              <p:nvPr/>
            </p:nvSpPr>
            <p:spPr>
              <a:xfrm>
                <a:off x="4859434" y="3992973"/>
                <a:ext cx="409536" cy="7526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054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054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054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054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054" i="1" dirty="0"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</m:acc>
                                    </m:e>
                                  </m:mr>
                                  <m:m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</m:mr>
                                  <m:m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  <m:t>𝜓</m:t>
                                          </m:r>
                                        </m:e>
                                      </m:acc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054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9D6492B-9605-F09E-9E9D-5F061A46C9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9434" y="3992973"/>
                <a:ext cx="409536" cy="75264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B190ACA-9132-0BAB-FD82-E02584D09F8C}"/>
                  </a:ext>
                </a:extLst>
              </p:cNvPr>
              <p:cNvSpPr txBox="1"/>
              <p:nvPr/>
            </p:nvSpPr>
            <p:spPr>
              <a:xfrm>
                <a:off x="5581345" y="3977312"/>
                <a:ext cx="409536" cy="7799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054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054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054" i="1" dirty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054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054" i="1" dirty="0"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</m:acc>
                                    </m:e>
                                  </m:mr>
                                  <m:m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</m:mr>
                                  <m:m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054" i="1">
                                              <a:latin typeface="Cambria Math" panose="02040503050406030204" pitchFamily="18" charset="0"/>
                                            </a:rPr>
                                            <m:t>𝜓</m:t>
                                          </m:r>
                                        </m:e>
                                      </m:acc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054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B190ACA-9132-0BAB-FD82-E02584D09F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1345" y="3977312"/>
                <a:ext cx="409536" cy="77995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86B1090-AC2B-891D-601B-FE7F4DB35872}"/>
              </a:ext>
            </a:extLst>
          </p:cNvPr>
          <p:cNvCxnSpPr>
            <a:stCxn id="42" idx="3"/>
            <a:endCxn id="17" idx="1"/>
          </p:cNvCxnSpPr>
          <p:nvPr/>
        </p:nvCxnSpPr>
        <p:spPr>
          <a:xfrm>
            <a:off x="3465046" y="3250515"/>
            <a:ext cx="1986898" cy="5600"/>
          </a:xfrm>
          <a:prstGeom prst="straightConnector1">
            <a:avLst/>
          </a:prstGeom>
          <a:ln w="28575" cmpd="sng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A21928C-D2DA-AE9C-8C51-51D01E698D6A}"/>
              </a:ext>
            </a:extLst>
          </p:cNvPr>
          <p:cNvCxnSpPr>
            <a:cxnSpLocks/>
            <a:stCxn id="12" idx="3"/>
            <a:endCxn id="9" idx="1"/>
          </p:cNvCxnSpPr>
          <p:nvPr/>
        </p:nvCxnSpPr>
        <p:spPr>
          <a:xfrm>
            <a:off x="3450716" y="2698382"/>
            <a:ext cx="1292327" cy="7697"/>
          </a:xfrm>
          <a:prstGeom prst="straightConnector1">
            <a:avLst/>
          </a:prstGeom>
          <a:ln w="28575" cmpd="sng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96DEF6B-8AE6-5AD0-D687-8018405D58C3}"/>
              </a:ext>
            </a:extLst>
          </p:cNvPr>
          <p:cNvCxnSpPr>
            <a:cxnSpLocks/>
            <a:stCxn id="11" idx="3"/>
            <a:endCxn id="26" idx="1"/>
          </p:cNvCxnSpPr>
          <p:nvPr/>
        </p:nvCxnSpPr>
        <p:spPr>
          <a:xfrm>
            <a:off x="3453110" y="2149759"/>
            <a:ext cx="715408" cy="5512"/>
          </a:xfrm>
          <a:prstGeom prst="straightConnector1">
            <a:avLst/>
          </a:prstGeom>
          <a:ln w="28575" cmpd="sng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A1A75A6F-438C-0814-0AE2-8105CD9C9561}"/>
              </a:ext>
            </a:extLst>
          </p:cNvPr>
          <p:cNvCxnSpPr>
            <a:stCxn id="5" idx="1"/>
            <a:endCxn id="21" idx="2"/>
          </p:cNvCxnSpPr>
          <p:nvPr/>
        </p:nvCxnSpPr>
        <p:spPr>
          <a:xfrm rot="10800000">
            <a:off x="6573170" y="4056307"/>
            <a:ext cx="505362" cy="673496"/>
          </a:xfrm>
          <a:prstGeom prst="bentConnector2">
            <a:avLst/>
          </a:prstGeom>
          <a:ln w="28575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0CA1391E-709D-3E99-E55A-0C9B1E567E93}"/>
              </a:ext>
            </a:extLst>
          </p:cNvPr>
          <p:cNvCxnSpPr>
            <a:stCxn id="5" idx="1"/>
            <a:endCxn id="17" idx="2"/>
          </p:cNvCxnSpPr>
          <p:nvPr/>
        </p:nvCxnSpPr>
        <p:spPr>
          <a:xfrm rot="10800000">
            <a:off x="5916506" y="3489160"/>
            <a:ext cx="1162027" cy="1240648"/>
          </a:xfrm>
          <a:prstGeom prst="bentConnector2">
            <a:avLst/>
          </a:prstGeom>
          <a:ln w="28575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4530DE90-7AF2-0AFC-2F80-85AE88B66CBB}"/>
              </a:ext>
            </a:extLst>
          </p:cNvPr>
          <p:cNvCxnSpPr>
            <a:stCxn id="5" idx="1"/>
            <a:endCxn id="9" idx="2"/>
          </p:cNvCxnSpPr>
          <p:nvPr/>
        </p:nvCxnSpPr>
        <p:spPr>
          <a:xfrm rot="10800000">
            <a:off x="5207600" y="2939129"/>
            <a:ext cx="1870928" cy="1790679"/>
          </a:xfrm>
          <a:prstGeom prst="bentConnector2">
            <a:avLst/>
          </a:prstGeom>
          <a:ln w="28575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329ACBC8-5311-7721-043D-BDCB20E7A7B6}"/>
              </a:ext>
            </a:extLst>
          </p:cNvPr>
          <p:cNvCxnSpPr>
            <a:stCxn id="5" idx="1"/>
            <a:endCxn id="26" idx="2"/>
          </p:cNvCxnSpPr>
          <p:nvPr/>
        </p:nvCxnSpPr>
        <p:spPr>
          <a:xfrm rot="10800000">
            <a:off x="4633080" y="2388316"/>
            <a:ext cx="2445453" cy="2341487"/>
          </a:xfrm>
          <a:prstGeom prst="bentConnector2">
            <a:avLst/>
          </a:prstGeom>
          <a:ln w="28575">
            <a:headEnd type="none"/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DA054461-3CF0-E3EB-B6D8-BA0EC1836168}"/>
              </a:ext>
            </a:extLst>
          </p:cNvPr>
          <p:cNvCxnSpPr>
            <a:cxnSpLocks/>
            <a:stCxn id="48" idx="3"/>
            <a:endCxn id="5" idx="3"/>
          </p:cNvCxnSpPr>
          <p:nvPr/>
        </p:nvCxnSpPr>
        <p:spPr>
          <a:xfrm flipH="1">
            <a:off x="8193625" y="2976313"/>
            <a:ext cx="1127243" cy="1753490"/>
          </a:xfrm>
          <a:prstGeom prst="bentConnector3">
            <a:avLst>
              <a:gd name="adj1" fmla="val -26142"/>
            </a:avLst>
          </a:prstGeom>
          <a:ln w="28575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BF95F9B-86AB-A234-5333-033AA90DB373}"/>
              </a:ext>
            </a:extLst>
          </p:cNvPr>
          <p:cNvSpPr/>
          <p:nvPr/>
        </p:nvSpPr>
        <p:spPr>
          <a:xfrm>
            <a:off x="7328601" y="1828036"/>
            <a:ext cx="554762" cy="227800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5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128B8632-C10D-FFDB-1E74-FD530AB01D18}"/>
              </a:ext>
            </a:extLst>
          </p:cNvPr>
          <p:cNvSpPr txBox="1"/>
          <p:nvPr/>
        </p:nvSpPr>
        <p:spPr>
          <a:xfrm>
            <a:off x="7302940" y="2835670"/>
            <a:ext cx="617477" cy="30085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355">
                <a:latin typeface="Times New Roman" panose="02020603050405020304" pitchFamily="18" charset="0"/>
                <a:cs typeface="Times New Roman" panose="02020603050405020304" pitchFamily="18" charset="0"/>
              </a:rPr>
              <a:t>MMA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90DAE36-9C2A-7E9E-4ACC-50DF672C6F1A}"/>
                  </a:ext>
                </a:extLst>
              </p:cNvPr>
              <p:cNvSpPr txBox="1"/>
              <p:nvPr/>
            </p:nvSpPr>
            <p:spPr>
              <a:xfrm>
                <a:off x="7890240" y="2387326"/>
                <a:ext cx="369909" cy="2545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4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4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054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AE" sz="1355"/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90DAE36-9C2A-7E9E-4ACC-50DF672C6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0240" y="2387326"/>
                <a:ext cx="369909" cy="25455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B95AEED6-35CB-EE6C-DE7C-38A9EB903C83}"/>
                  </a:ext>
                </a:extLst>
              </p:cNvPr>
              <p:cNvSpPr txBox="1"/>
              <p:nvPr/>
            </p:nvSpPr>
            <p:spPr>
              <a:xfrm>
                <a:off x="7896252" y="2612154"/>
                <a:ext cx="373051" cy="2545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4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4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054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AE" sz="1355"/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B95AEED6-35CB-EE6C-DE7C-38A9EB903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6252" y="2612154"/>
                <a:ext cx="373051" cy="25455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197CFD0-B9E6-3C6F-4E08-E862BA23FFD9}"/>
                  </a:ext>
                </a:extLst>
              </p:cNvPr>
              <p:cNvSpPr txBox="1"/>
              <p:nvPr/>
            </p:nvSpPr>
            <p:spPr>
              <a:xfrm>
                <a:off x="7888675" y="2819038"/>
                <a:ext cx="373051" cy="2545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4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4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054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AE" sz="1355"/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197CFD0-B9E6-3C6F-4E08-E862BA23F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675" y="2819038"/>
                <a:ext cx="373051" cy="25455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6F5A461-EF6C-3A55-E714-926AC82CD8E7}"/>
                  </a:ext>
                </a:extLst>
              </p:cNvPr>
              <p:cNvSpPr txBox="1"/>
              <p:nvPr/>
            </p:nvSpPr>
            <p:spPr>
              <a:xfrm>
                <a:off x="7887103" y="3013618"/>
                <a:ext cx="367793" cy="2545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4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4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054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AE" sz="1355"/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6F5A461-EF6C-3A55-E714-926AC82CD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103" y="3013618"/>
                <a:ext cx="367793" cy="25455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9778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5B39E-2662-5727-5C0D-16990E21D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71D7052-409B-81BF-10B7-14BB1DA0FC13}"/>
              </a:ext>
            </a:extLst>
          </p:cNvPr>
          <p:cNvSpPr/>
          <p:nvPr/>
        </p:nvSpPr>
        <p:spPr>
          <a:xfrm>
            <a:off x="3973592" y="1983879"/>
            <a:ext cx="948241" cy="27092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 PID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8C5726F0-312E-74CD-ED96-4FA22AABD653}"/>
              </a:ext>
            </a:extLst>
          </p:cNvPr>
          <p:cNvSpPr/>
          <p:nvPr/>
        </p:nvSpPr>
        <p:spPr>
          <a:xfrm>
            <a:off x="8028961" y="1877322"/>
            <a:ext cx="962198" cy="182214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3607508-8033-0DD2-74C7-5E1B8EEF3CF2}"/>
              </a:ext>
            </a:extLst>
          </p:cNvPr>
          <p:cNvSpPr txBox="1"/>
          <p:nvPr/>
        </p:nvSpPr>
        <p:spPr>
          <a:xfrm>
            <a:off x="8040795" y="2551959"/>
            <a:ext cx="966770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Quadrotor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Dynamics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3DC86B5C-0112-EBFF-BF0F-584788128830}"/>
              </a:ext>
            </a:extLst>
          </p:cNvPr>
          <p:cNvCxnSpPr>
            <a:cxnSpLocks/>
            <a:endCxn id="32" idx="2"/>
          </p:cNvCxnSpPr>
          <p:nvPr/>
        </p:nvCxnSpPr>
        <p:spPr>
          <a:xfrm>
            <a:off x="3629701" y="3367999"/>
            <a:ext cx="2431215" cy="11537"/>
          </a:xfrm>
          <a:prstGeom prst="straightConnector1">
            <a:avLst/>
          </a:prstGeom>
          <a:ln w="19050" cmpd="sng">
            <a:solidFill>
              <a:schemeClr val="tx1"/>
            </a:solidFill>
            <a:headEnd type="oval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ounded Rectangle 41">
                <a:extLst>
                  <a:ext uri="{FF2B5EF4-FFF2-40B4-BE49-F238E27FC236}">
                    <a16:creationId xmlns:a16="http://schemas.microsoft.com/office/drawing/2014/main" id="{C3B4ADB7-D53F-331C-4443-AE6DF7A3A9D1}"/>
                  </a:ext>
                </a:extLst>
              </p:cNvPr>
              <p:cNvSpPr/>
              <p:nvPr/>
            </p:nvSpPr>
            <p:spPr>
              <a:xfrm>
                <a:off x="3060670" y="1919983"/>
                <a:ext cx="504143" cy="367220"/>
              </a:xfrm>
              <a:prstGeom prst="round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𝜙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Rounded Rectangle 41">
                <a:extLst>
                  <a:ext uri="{FF2B5EF4-FFF2-40B4-BE49-F238E27FC236}">
                    <a16:creationId xmlns:a16="http://schemas.microsoft.com/office/drawing/2014/main" id="{C3B4ADB7-D53F-331C-4443-AE6DF7A3A9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0670" y="1919983"/>
                <a:ext cx="504143" cy="367220"/>
              </a:xfrm>
              <a:prstGeom prst="roundRect">
                <a:avLst/>
              </a:prstGeom>
              <a:blipFill>
                <a:blip r:embed="rId3"/>
                <a:stretch>
                  <a:fillRect l="-6024" r="-10843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25">
            <a:extLst>
              <a:ext uri="{FF2B5EF4-FFF2-40B4-BE49-F238E27FC236}">
                <a16:creationId xmlns:a16="http://schemas.microsoft.com/office/drawing/2014/main" id="{4E656F19-DFEA-2B21-D82D-6A46B514E996}"/>
              </a:ext>
            </a:extLst>
          </p:cNvPr>
          <p:cNvSpPr/>
          <p:nvPr/>
        </p:nvSpPr>
        <p:spPr>
          <a:xfrm>
            <a:off x="4627215" y="2386024"/>
            <a:ext cx="948241" cy="27092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Pitch PID</a:t>
            </a:r>
          </a:p>
        </p:txBody>
      </p:sp>
      <p:sp>
        <p:nvSpPr>
          <p:cNvPr id="17" name="Rounded Rectangle 25">
            <a:extLst>
              <a:ext uri="{FF2B5EF4-FFF2-40B4-BE49-F238E27FC236}">
                <a16:creationId xmlns:a16="http://schemas.microsoft.com/office/drawing/2014/main" id="{7B404B65-2912-B0CA-4980-946EFE2D41C8}"/>
              </a:ext>
            </a:extLst>
          </p:cNvPr>
          <p:cNvSpPr/>
          <p:nvPr/>
        </p:nvSpPr>
        <p:spPr>
          <a:xfrm>
            <a:off x="5278504" y="2769953"/>
            <a:ext cx="948241" cy="27092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Yaw PID</a:t>
            </a:r>
          </a:p>
        </p:txBody>
      </p:sp>
      <p:sp>
        <p:nvSpPr>
          <p:cNvPr id="21" name="Rounded Rectangle 25">
            <a:extLst>
              <a:ext uri="{FF2B5EF4-FFF2-40B4-BE49-F238E27FC236}">
                <a16:creationId xmlns:a16="http://schemas.microsoft.com/office/drawing/2014/main" id="{E0A81D86-7B27-8F4F-AF18-86C8E2D50A98}"/>
              </a:ext>
            </a:extLst>
          </p:cNvPr>
          <p:cNvSpPr/>
          <p:nvPr/>
        </p:nvSpPr>
        <p:spPr>
          <a:xfrm>
            <a:off x="6450659" y="3242185"/>
            <a:ext cx="1121328" cy="27092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Altitude GRU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FCEBF5ED-E229-FC42-47ED-07D7FC3A5D26}"/>
                  </a:ext>
                </a:extLst>
              </p:cNvPr>
              <p:cNvSpPr txBox="1"/>
              <p:nvPr/>
            </p:nvSpPr>
            <p:spPr>
              <a:xfrm>
                <a:off x="7490801" y="1862408"/>
                <a:ext cx="552652" cy="27667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FCEBF5ED-E229-FC42-47ED-07D7FC3A5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0801" y="1862408"/>
                <a:ext cx="552652" cy="276679"/>
              </a:xfrm>
              <a:prstGeom prst="rect">
                <a:avLst/>
              </a:prstGeom>
              <a:blipFill>
                <a:blip r:embed="rId4"/>
                <a:stretch>
                  <a:fillRect b="-444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AEC4A1F0-37FF-48A3-AC17-ADC1EC464ECE}"/>
                  </a:ext>
                </a:extLst>
              </p:cNvPr>
              <p:cNvSpPr txBox="1"/>
              <p:nvPr/>
            </p:nvSpPr>
            <p:spPr>
              <a:xfrm>
                <a:off x="7505292" y="3128782"/>
                <a:ext cx="574520" cy="2616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AEC4A1F0-37FF-48A3-AC17-ADC1EC464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5292" y="3128782"/>
                <a:ext cx="574520" cy="261610"/>
              </a:xfrm>
              <a:prstGeom prst="rect">
                <a:avLst/>
              </a:prstGeom>
              <a:blipFill>
                <a:blip r:embed="rId5"/>
                <a:stretch>
                  <a:fillRect b="-697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8FE32D9F-9E86-F721-E5CD-F604C69A9E30}"/>
                  </a:ext>
                </a:extLst>
              </p:cNvPr>
              <p:cNvSpPr txBox="1"/>
              <p:nvPr/>
            </p:nvSpPr>
            <p:spPr>
              <a:xfrm>
                <a:off x="3922277" y="2220146"/>
                <a:ext cx="561116" cy="27667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8FE32D9F-9E86-F721-E5CD-F604C69A9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2277" y="2220146"/>
                <a:ext cx="561116" cy="276679"/>
              </a:xfrm>
              <a:prstGeom prst="rect">
                <a:avLst/>
              </a:prstGeom>
              <a:blipFill>
                <a:blip r:embed="rId6"/>
                <a:stretch>
                  <a:fillRect b="-217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CFC27A3-282A-C1B6-255D-206E146F9C1B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3632275" y="2902482"/>
            <a:ext cx="1646229" cy="2934"/>
          </a:xfrm>
          <a:prstGeom prst="straightConnector1">
            <a:avLst/>
          </a:prstGeom>
          <a:ln w="19050" cmpd="sng">
            <a:solidFill>
              <a:schemeClr val="tx1"/>
            </a:solidFill>
            <a:headEnd type="oval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8563F8E-2F51-52C6-89FB-7ABC91D9F717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3661934" y="2516459"/>
            <a:ext cx="965282" cy="5029"/>
          </a:xfrm>
          <a:prstGeom prst="straightConnector1">
            <a:avLst/>
          </a:prstGeom>
          <a:ln w="19050" cmpd="sng">
            <a:solidFill>
              <a:schemeClr val="tx1"/>
            </a:solidFill>
            <a:headEnd type="oval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D60FC73-B425-1FEF-202B-9B28467E7411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3660176" y="2118124"/>
            <a:ext cx="313416" cy="1218"/>
          </a:xfrm>
          <a:prstGeom prst="straightConnector1">
            <a:avLst/>
          </a:prstGeom>
          <a:ln w="19050" cmpd="sng">
            <a:solidFill>
              <a:schemeClr val="tx1"/>
            </a:solidFill>
            <a:headEnd type="oval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A866134E-4D84-740A-CC38-30BC41F7233A}"/>
              </a:ext>
            </a:extLst>
          </p:cNvPr>
          <p:cNvCxnSpPr>
            <a:cxnSpLocks/>
            <a:stCxn id="48" idx="3"/>
            <a:endCxn id="21" idx="2"/>
          </p:cNvCxnSpPr>
          <p:nvPr/>
        </p:nvCxnSpPr>
        <p:spPr>
          <a:xfrm flipH="1">
            <a:off x="7011323" y="2788392"/>
            <a:ext cx="1979836" cy="724719"/>
          </a:xfrm>
          <a:prstGeom prst="bentConnector4">
            <a:avLst>
              <a:gd name="adj1" fmla="val -11546"/>
              <a:gd name="adj2" fmla="val 157257"/>
            </a:avLst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BFA2220-8DC0-9607-85D3-50E96EDDB2E8}"/>
              </a:ext>
            </a:extLst>
          </p:cNvPr>
          <p:cNvCxnSpPr>
            <a:cxnSpLocks/>
            <a:stCxn id="48" idx="3"/>
            <a:endCxn id="17" idx="2"/>
          </p:cNvCxnSpPr>
          <p:nvPr/>
        </p:nvCxnSpPr>
        <p:spPr>
          <a:xfrm flipH="1">
            <a:off x="5752625" y="2788392"/>
            <a:ext cx="3238534" cy="252487"/>
          </a:xfrm>
          <a:prstGeom prst="bentConnector4">
            <a:avLst>
              <a:gd name="adj1" fmla="val -7059"/>
              <a:gd name="adj2" fmla="val 451378"/>
            </a:avLst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DA31193D-2F22-DDEB-65D1-28CC65C4A51B}"/>
              </a:ext>
            </a:extLst>
          </p:cNvPr>
          <p:cNvCxnSpPr>
            <a:cxnSpLocks/>
            <a:stCxn id="48" idx="3"/>
            <a:endCxn id="9" idx="2"/>
          </p:cNvCxnSpPr>
          <p:nvPr/>
        </p:nvCxnSpPr>
        <p:spPr>
          <a:xfrm flipH="1" flipV="1">
            <a:off x="5101336" y="2656950"/>
            <a:ext cx="3889823" cy="131442"/>
          </a:xfrm>
          <a:prstGeom prst="bentConnector4">
            <a:avLst>
              <a:gd name="adj1" fmla="val -5877"/>
              <a:gd name="adj2" fmla="val -867052"/>
            </a:avLst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BC4A2F52-AA44-178E-1FC5-E7A1C3894770}"/>
              </a:ext>
            </a:extLst>
          </p:cNvPr>
          <p:cNvCxnSpPr>
            <a:cxnSpLocks/>
            <a:stCxn id="48" idx="3"/>
            <a:endCxn id="26" idx="2"/>
          </p:cNvCxnSpPr>
          <p:nvPr/>
        </p:nvCxnSpPr>
        <p:spPr>
          <a:xfrm flipH="1" flipV="1">
            <a:off x="4447713" y="2254805"/>
            <a:ext cx="4543446" cy="533587"/>
          </a:xfrm>
          <a:prstGeom prst="bentConnector4">
            <a:avLst>
              <a:gd name="adj1" fmla="val -5031"/>
              <a:gd name="adj2" fmla="val -213587"/>
            </a:avLst>
          </a:prstGeom>
          <a:ln w="19050">
            <a:headEnd type="none"/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A5AD4E1D-82D2-50FE-23A3-870E9FE0B651}"/>
              </a:ext>
            </a:extLst>
          </p:cNvPr>
          <p:cNvSpPr/>
          <p:nvPr/>
        </p:nvSpPr>
        <p:spPr>
          <a:xfrm>
            <a:off x="6060916" y="3311805"/>
            <a:ext cx="135463" cy="135463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sz="1200" dirty="0">
              <a:solidFill>
                <a:prstClr val="white"/>
              </a:solidFill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66DBD6A-9404-296C-B3FE-3B814D953E5E}"/>
              </a:ext>
            </a:extLst>
          </p:cNvPr>
          <p:cNvCxnSpPr>
            <a:cxnSpLocks/>
            <a:stCxn id="32" idx="6"/>
            <a:endCxn id="21" idx="1"/>
          </p:cNvCxnSpPr>
          <p:nvPr/>
        </p:nvCxnSpPr>
        <p:spPr>
          <a:xfrm flipV="1">
            <a:off x="6196379" y="3377648"/>
            <a:ext cx="254280" cy="1889"/>
          </a:xfrm>
          <a:prstGeom prst="straightConnector1">
            <a:avLst/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D972C98-D0E8-1B12-02C8-E48E8F67FC5A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7571987" y="3377648"/>
            <a:ext cx="456349" cy="0"/>
          </a:xfrm>
          <a:prstGeom prst="straightConnector1">
            <a:avLst/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00B3BED1-7783-7853-8D70-2B38A3DAEAED}"/>
              </a:ext>
            </a:extLst>
          </p:cNvPr>
          <p:cNvCxnSpPr>
            <a:cxnSpLocks/>
            <a:stCxn id="48" idx="3"/>
            <a:endCxn id="32" idx="4"/>
          </p:cNvCxnSpPr>
          <p:nvPr/>
        </p:nvCxnSpPr>
        <p:spPr>
          <a:xfrm flipH="1">
            <a:off x="6128648" y="2788392"/>
            <a:ext cx="2862511" cy="658876"/>
          </a:xfrm>
          <a:prstGeom prst="bentConnector4">
            <a:avLst>
              <a:gd name="adj1" fmla="val -7986"/>
              <a:gd name="adj2" fmla="val 172972"/>
            </a:avLst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E8245CC-07BB-3108-F678-E00ADFBD4AC8}"/>
                  </a:ext>
                </a:extLst>
              </p:cNvPr>
              <p:cNvSpPr txBox="1"/>
              <p:nvPr/>
            </p:nvSpPr>
            <p:spPr>
              <a:xfrm>
                <a:off x="5692959" y="3478438"/>
                <a:ext cx="537135" cy="2616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E8245CC-07BB-3108-F678-E00ADFBD4A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2959" y="3478438"/>
                <a:ext cx="537135" cy="261610"/>
              </a:xfrm>
              <a:prstGeom prst="rect">
                <a:avLst/>
              </a:prstGeom>
              <a:blipFill>
                <a:blip r:embed="rId7"/>
                <a:stretch>
                  <a:fillRect b="-4651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AAA1CB3-CFA0-7F86-0BAB-5A6BE6E092A9}"/>
              </a:ext>
            </a:extLst>
          </p:cNvPr>
          <p:cNvCxnSpPr>
            <a:stCxn id="26" idx="3"/>
          </p:cNvCxnSpPr>
          <p:nvPr/>
        </p:nvCxnSpPr>
        <p:spPr>
          <a:xfrm flipV="1">
            <a:off x="4921834" y="2118124"/>
            <a:ext cx="3107126" cy="1218"/>
          </a:xfrm>
          <a:prstGeom prst="straightConnector1">
            <a:avLst/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AB2A564-D6AF-A2A4-505D-0B640D28E641}"/>
              </a:ext>
            </a:extLst>
          </p:cNvPr>
          <p:cNvCxnSpPr>
            <a:stCxn id="9" idx="3"/>
          </p:cNvCxnSpPr>
          <p:nvPr/>
        </p:nvCxnSpPr>
        <p:spPr>
          <a:xfrm>
            <a:off x="5575456" y="2521487"/>
            <a:ext cx="2453503" cy="0"/>
          </a:xfrm>
          <a:prstGeom prst="straightConnector1">
            <a:avLst/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FB00F49-633A-CEC4-1F1C-62A5ED9A9915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6226745" y="2905416"/>
            <a:ext cx="1802214" cy="7303"/>
          </a:xfrm>
          <a:prstGeom prst="straightConnector1">
            <a:avLst/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6D07F75-52D0-26B1-852A-D10CA93EB140}"/>
                  </a:ext>
                </a:extLst>
              </p:cNvPr>
              <p:cNvSpPr txBox="1"/>
              <p:nvPr/>
            </p:nvSpPr>
            <p:spPr>
              <a:xfrm>
                <a:off x="7505292" y="2274550"/>
                <a:ext cx="540661" cy="2616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6D07F75-52D0-26B1-852A-D10CA93EB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5292" y="2274550"/>
                <a:ext cx="540661" cy="261610"/>
              </a:xfrm>
              <a:prstGeom prst="rect">
                <a:avLst/>
              </a:prstGeom>
              <a:blipFill>
                <a:blip r:embed="rId8"/>
                <a:stretch>
                  <a:fillRect b="-697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A519A31-B034-A5BC-DFD1-7E0FF48DA985}"/>
                  </a:ext>
                </a:extLst>
              </p:cNvPr>
              <p:cNvSpPr txBox="1"/>
              <p:nvPr/>
            </p:nvSpPr>
            <p:spPr>
              <a:xfrm>
                <a:off x="7485643" y="2668491"/>
                <a:ext cx="555152" cy="27667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sub>
                      </m:sSub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A519A31-B034-A5BC-DFD1-7E0FF48DA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5643" y="2668491"/>
                <a:ext cx="555152" cy="276679"/>
              </a:xfrm>
              <a:prstGeom prst="rect">
                <a:avLst/>
              </a:prstGeom>
              <a:blipFill>
                <a:blip r:embed="rId9"/>
                <a:stretch>
                  <a:fillRect b="-444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ounded Rectangle 41">
                <a:extLst>
                  <a:ext uri="{FF2B5EF4-FFF2-40B4-BE49-F238E27FC236}">
                    <a16:creationId xmlns:a16="http://schemas.microsoft.com/office/drawing/2014/main" id="{784BA9FE-BBB7-A79D-F198-1ABE1153FD3D}"/>
                  </a:ext>
                </a:extLst>
              </p:cNvPr>
              <p:cNvSpPr/>
              <p:nvPr/>
            </p:nvSpPr>
            <p:spPr>
              <a:xfrm>
                <a:off x="3061613" y="2324472"/>
                <a:ext cx="504143" cy="367220"/>
              </a:xfrm>
              <a:prstGeom prst="round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Rounded Rectangle 41">
                <a:extLst>
                  <a:ext uri="{FF2B5EF4-FFF2-40B4-BE49-F238E27FC236}">
                    <a16:creationId xmlns:a16="http://schemas.microsoft.com/office/drawing/2014/main" id="{784BA9FE-BBB7-A79D-F198-1ABE1153FD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1613" y="2324472"/>
                <a:ext cx="504143" cy="367220"/>
              </a:xfrm>
              <a:prstGeom prst="roundRect">
                <a:avLst/>
              </a:prstGeom>
              <a:blipFill>
                <a:blip r:embed="rId10"/>
                <a:stretch>
                  <a:fillRect l="-4819" r="-843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ounded Rectangle 41">
                <a:extLst>
                  <a:ext uri="{FF2B5EF4-FFF2-40B4-BE49-F238E27FC236}">
                    <a16:creationId xmlns:a16="http://schemas.microsoft.com/office/drawing/2014/main" id="{0AFDFC7C-7EB9-1557-5F48-F646A7590D79}"/>
                  </a:ext>
                </a:extLst>
              </p:cNvPr>
              <p:cNvSpPr/>
              <p:nvPr/>
            </p:nvSpPr>
            <p:spPr>
              <a:xfrm>
                <a:off x="3067628" y="2718872"/>
                <a:ext cx="504143" cy="367220"/>
              </a:xfrm>
              <a:prstGeom prst="round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𝜓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Rounded Rectangle 41">
                <a:extLst>
                  <a:ext uri="{FF2B5EF4-FFF2-40B4-BE49-F238E27FC236}">
                    <a16:creationId xmlns:a16="http://schemas.microsoft.com/office/drawing/2014/main" id="{0AFDFC7C-7EB9-1557-5F48-F646A7590D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7628" y="2718872"/>
                <a:ext cx="504143" cy="367220"/>
              </a:xfrm>
              <a:prstGeom prst="roundRect">
                <a:avLst/>
              </a:prstGeom>
              <a:blipFill>
                <a:blip r:embed="rId11"/>
                <a:stretch>
                  <a:fillRect l="-6024" r="-10843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ounded Rectangle 41">
                <a:extLst>
                  <a:ext uri="{FF2B5EF4-FFF2-40B4-BE49-F238E27FC236}">
                    <a16:creationId xmlns:a16="http://schemas.microsoft.com/office/drawing/2014/main" id="{AA96F868-9616-C19A-D5FC-B0EA692A913E}"/>
                  </a:ext>
                </a:extLst>
              </p:cNvPr>
              <p:cNvSpPr/>
              <p:nvPr/>
            </p:nvSpPr>
            <p:spPr>
              <a:xfrm>
                <a:off x="3075666" y="3150751"/>
                <a:ext cx="504143" cy="367220"/>
              </a:xfrm>
              <a:prstGeom prst="round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𝑧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Rounded Rectangle 41">
                <a:extLst>
                  <a:ext uri="{FF2B5EF4-FFF2-40B4-BE49-F238E27FC236}">
                    <a16:creationId xmlns:a16="http://schemas.microsoft.com/office/drawing/2014/main" id="{AA96F868-9616-C19A-D5FC-B0EA692A91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5666" y="3150751"/>
                <a:ext cx="504143" cy="367220"/>
              </a:xfrm>
              <a:prstGeom prst="roundRect">
                <a:avLst/>
              </a:prstGeom>
              <a:blipFill>
                <a:blip r:embed="rId12"/>
                <a:stretch>
                  <a:fillRect l="-3659" r="-731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B36C17C-957D-F0CF-4B28-E83E1697275E}"/>
                  </a:ext>
                </a:extLst>
              </p:cNvPr>
              <p:cNvSpPr txBox="1"/>
              <p:nvPr/>
            </p:nvSpPr>
            <p:spPr>
              <a:xfrm>
                <a:off x="4595079" y="2599780"/>
                <a:ext cx="549125" cy="2616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B36C17C-957D-F0CF-4B28-E83E16972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5079" y="2599780"/>
                <a:ext cx="549125" cy="261610"/>
              </a:xfrm>
              <a:prstGeom prst="rect">
                <a:avLst/>
              </a:prstGeom>
              <a:blipFill>
                <a:blip r:embed="rId13"/>
                <a:stretch>
                  <a:fillRect b="-697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CE28C01-0269-2DD7-432B-EF7F7FAAD969}"/>
                  </a:ext>
                </a:extLst>
              </p:cNvPr>
              <p:cNvSpPr txBox="1"/>
              <p:nvPr/>
            </p:nvSpPr>
            <p:spPr>
              <a:xfrm>
                <a:off x="5225740" y="3006370"/>
                <a:ext cx="563616" cy="27667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CE28C01-0269-2DD7-432B-EF7F7FAAD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5740" y="3006370"/>
                <a:ext cx="563616" cy="276679"/>
              </a:xfrm>
              <a:prstGeom prst="rect">
                <a:avLst/>
              </a:prstGeom>
              <a:blipFill>
                <a:blip r:embed="rId14"/>
                <a:stretch>
                  <a:fillRect b="-217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7DB2ACC-188D-30C6-EBF1-EFEC83EAB3FC}"/>
                  </a:ext>
                </a:extLst>
              </p:cNvPr>
              <p:cNvSpPr txBox="1"/>
              <p:nvPr/>
            </p:nvSpPr>
            <p:spPr>
              <a:xfrm>
                <a:off x="6559672" y="3518711"/>
                <a:ext cx="485069" cy="2616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𝜒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7DB2ACC-188D-30C6-EBF1-EFEC83EAB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672" y="3518711"/>
                <a:ext cx="485069" cy="261610"/>
              </a:xfrm>
              <a:prstGeom prst="rect">
                <a:avLst/>
              </a:prstGeom>
              <a:blipFill>
                <a:blip r:embed="rId15"/>
                <a:stretch>
                  <a:fillRect b="-697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FD42BB7-329E-5518-21B1-58060F36C068}"/>
                  </a:ext>
                </a:extLst>
              </p:cNvPr>
              <p:cNvSpPr txBox="1"/>
              <p:nvPr/>
            </p:nvSpPr>
            <p:spPr>
              <a:xfrm>
                <a:off x="6023996" y="3054511"/>
                <a:ext cx="530978" cy="2616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FD42BB7-329E-5518-21B1-58060F36C0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996" y="3054511"/>
                <a:ext cx="530978" cy="261610"/>
              </a:xfrm>
              <a:prstGeom prst="rect">
                <a:avLst/>
              </a:prstGeom>
              <a:blipFill>
                <a:blip r:embed="rId16"/>
                <a:stretch>
                  <a:fillRect b="-697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29D97A10-5CAA-29B3-355A-9343B179636F}"/>
                  </a:ext>
                </a:extLst>
              </p:cNvPr>
              <p:cNvSpPr txBox="1"/>
              <p:nvPr/>
            </p:nvSpPr>
            <p:spPr>
              <a:xfrm>
                <a:off x="5780978" y="3139781"/>
                <a:ext cx="319318" cy="2616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AE" sz="1100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29D97A10-5CAA-29B3-355A-9343B1796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0978" y="3139781"/>
                <a:ext cx="319318" cy="2616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B435922-416E-0EDC-C801-75F476689E32}"/>
                  </a:ext>
                </a:extLst>
              </p:cNvPr>
              <p:cNvSpPr txBox="1"/>
              <p:nvPr/>
            </p:nvSpPr>
            <p:spPr>
              <a:xfrm>
                <a:off x="5824735" y="3357682"/>
                <a:ext cx="319318" cy="2616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AE" sz="1100" dirty="0"/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B435922-416E-0EDC-C801-75F476689E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4735" y="3357682"/>
                <a:ext cx="319318" cy="2616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Oval 60">
            <a:extLst>
              <a:ext uri="{FF2B5EF4-FFF2-40B4-BE49-F238E27FC236}">
                <a16:creationId xmlns:a16="http://schemas.microsoft.com/office/drawing/2014/main" id="{51314230-3B14-B05C-06CB-B726C1A5286C}"/>
              </a:ext>
            </a:extLst>
          </p:cNvPr>
          <p:cNvSpPr/>
          <p:nvPr/>
        </p:nvSpPr>
        <p:spPr>
          <a:xfrm>
            <a:off x="6993323" y="3907631"/>
            <a:ext cx="36000" cy="36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C0BB89DB-7278-CB56-7B9F-3D7CCB6BE3A0}"/>
              </a:ext>
            </a:extLst>
          </p:cNvPr>
          <p:cNvSpPr/>
          <p:nvPr/>
        </p:nvSpPr>
        <p:spPr>
          <a:xfrm>
            <a:off x="6108053" y="3907631"/>
            <a:ext cx="36000" cy="36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025AECB0-D598-035F-FABC-E6A94A4C8489}"/>
              </a:ext>
            </a:extLst>
          </p:cNvPr>
          <p:cNvSpPr/>
          <p:nvPr/>
        </p:nvSpPr>
        <p:spPr>
          <a:xfrm>
            <a:off x="5734624" y="3907631"/>
            <a:ext cx="36000" cy="36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A4FB30B4-8455-886A-8070-9D6777B2A7EE}"/>
              </a:ext>
            </a:extLst>
          </p:cNvPr>
          <p:cNvSpPr/>
          <p:nvPr/>
        </p:nvSpPr>
        <p:spPr>
          <a:xfrm>
            <a:off x="5083335" y="3907631"/>
            <a:ext cx="36000" cy="36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231150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403BE-449E-C3AB-84F8-D69D05583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159A70E-C08B-E874-6E36-53C663218138}"/>
              </a:ext>
            </a:extLst>
          </p:cNvPr>
          <p:cNvSpPr/>
          <p:nvPr/>
        </p:nvSpPr>
        <p:spPr>
          <a:xfrm>
            <a:off x="3973592" y="1983879"/>
            <a:ext cx="948241" cy="27092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 PID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C39C4577-E354-4C26-AD34-BF7FDA00769D}"/>
              </a:ext>
            </a:extLst>
          </p:cNvPr>
          <p:cNvSpPr/>
          <p:nvPr/>
        </p:nvSpPr>
        <p:spPr>
          <a:xfrm>
            <a:off x="8028961" y="1877322"/>
            <a:ext cx="962198" cy="182214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CFDC406-6B72-7F4C-BAF9-A46BC2FF848A}"/>
              </a:ext>
            </a:extLst>
          </p:cNvPr>
          <p:cNvSpPr txBox="1"/>
          <p:nvPr/>
        </p:nvSpPr>
        <p:spPr>
          <a:xfrm>
            <a:off x="8040795" y="2551959"/>
            <a:ext cx="966770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Quadrotor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Dynamics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BF73A03-6063-A770-5D38-ABA3689CCBB9}"/>
              </a:ext>
            </a:extLst>
          </p:cNvPr>
          <p:cNvCxnSpPr>
            <a:cxnSpLocks/>
            <a:endCxn id="32" idx="2"/>
          </p:cNvCxnSpPr>
          <p:nvPr/>
        </p:nvCxnSpPr>
        <p:spPr>
          <a:xfrm>
            <a:off x="3629701" y="3367999"/>
            <a:ext cx="2431215" cy="11537"/>
          </a:xfrm>
          <a:prstGeom prst="straightConnector1">
            <a:avLst/>
          </a:prstGeom>
          <a:ln w="19050" cmpd="sng">
            <a:solidFill>
              <a:schemeClr val="tx1"/>
            </a:solidFill>
            <a:headEnd type="oval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ounded Rectangle 41">
                <a:extLst>
                  <a:ext uri="{FF2B5EF4-FFF2-40B4-BE49-F238E27FC236}">
                    <a16:creationId xmlns:a16="http://schemas.microsoft.com/office/drawing/2014/main" id="{A7D0BF07-3716-977B-256D-D18EC3104867}"/>
                  </a:ext>
                </a:extLst>
              </p:cNvPr>
              <p:cNvSpPr/>
              <p:nvPr/>
            </p:nvSpPr>
            <p:spPr>
              <a:xfrm>
                <a:off x="3060670" y="1919983"/>
                <a:ext cx="504143" cy="367220"/>
              </a:xfrm>
              <a:prstGeom prst="round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𝜙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Rounded Rectangle 41">
                <a:extLst>
                  <a:ext uri="{FF2B5EF4-FFF2-40B4-BE49-F238E27FC236}">
                    <a16:creationId xmlns:a16="http://schemas.microsoft.com/office/drawing/2014/main" id="{A7D0BF07-3716-977B-256D-D18EC31048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0670" y="1919983"/>
                <a:ext cx="504143" cy="367220"/>
              </a:xfrm>
              <a:prstGeom prst="roundRect">
                <a:avLst/>
              </a:prstGeom>
              <a:blipFill>
                <a:blip r:embed="rId3"/>
                <a:stretch>
                  <a:fillRect l="-6024" r="-10843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25">
            <a:extLst>
              <a:ext uri="{FF2B5EF4-FFF2-40B4-BE49-F238E27FC236}">
                <a16:creationId xmlns:a16="http://schemas.microsoft.com/office/drawing/2014/main" id="{A9D7AB96-C95F-3A06-7332-82147834E4E4}"/>
              </a:ext>
            </a:extLst>
          </p:cNvPr>
          <p:cNvSpPr/>
          <p:nvPr/>
        </p:nvSpPr>
        <p:spPr>
          <a:xfrm>
            <a:off x="4627215" y="2386024"/>
            <a:ext cx="948241" cy="27092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Pitch PID</a:t>
            </a:r>
          </a:p>
        </p:txBody>
      </p:sp>
      <p:sp>
        <p:nvSpPr>
          <p:cNvPr id="17" name="Rounded Rectangle 25">
            <a:extLst>
              <a:ext uri="{FF2B5EF4-FFF2-40B4-BE49-F238E27FC236}">
                <a16:creationId xmlns:a16="http://schemas.microsoft.com/office/drawing/2014/main" id="{B983501D-321D-BC53-DFAE-B9F75D63FBC4}"/>
              </a:ext>
            </a:extLst>
          </p:cNvPr>
          <p:cNvSpPr/>
          <p:nvPr/>
        </p:nvSpPr>
        <p:spPr>
          <a:xfrm>
            <a:off x="5278504" y="2769953"/>
            <a:ext cx="948241" cy="27092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Yaw PID</a:t>
            </a:r>
          </a:p>
        </p:txBody>
      </p:sp>
      <p:sp>
        <p:nvSpPr>
          <p:cNvPr id="21" name="Rounded Rectangle 25">
            <a:extLst>
              <a:ext uri="{FF2B5EF4-FFF2-40B4-BE49-F238E27FC236}">
                <a16:creationId xmlns:a16="http://schemas.microsoft.com/office/drawing/2014/main" id="{26CC7159-04AD-93CD-5D07-97393E6CDEBF}"/>
              </a:ext>
            </a:extLst>
          </p:cNvPr>
          <p:cNvSpPr/>
          <p:nvPr/>
        </p:nvSpPr>
        <p:spPr>
          <a:xfrm>
            <a:off x="6450659" y="3242185"/>
            <a:ext cx="1121328" cy="27092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Altitude GRU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FC4EE95F-2639-CB21-8C9A-ECE18946E199}"/>
                  </a:ext>
                </a:extLst>
              </p:cNvPr>
              <p:cNvSpPr txBox="1"/>
              <p:nvPr/>
            </p:nvSpPr>
            <p:spPr>
              <a:xfrm>
                <a:off x="7490801" y="1862408"/>
                <a:ext cx="552652" cy="27667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FC4EE95F-2639-CB21-8C9A-ECE18946E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0801" y="1862408"/>
                <a:ext cx="552652" cy="276679"/>
              </a:xfrm>
              <a:prstGeom prst="rect">
                <a:avLst/>
              </a:prstGeom>
              <a:blipFill>
                <a:blip r:embed="rId4"/>
                <a:stretch>
                  <a:fillRect b="-444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3F5DD38B-A7E5-A659-8A0B-708B48398F90}"/>
                  </a:ext>
                </a:extLst>
              </p:cNvPr>
              <p:cNvSpPr txBox="1"/>
              <p:nvPr/>
            </p:nvSpPr>
            <p:spPr>
              <a:xfrm>
                <a:off x="7505292" y="3128782"/>
                <a:ext cx="574520" cy="2616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3F5DD38B-A7E5-A659-8A0B-708B48398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5292" y="3128782"/>
                <a:ext cx="574520" cy="261610"/>
              </a:xfrm>
              <a:prstGeom prst="rect">
                <a:avLst/>
              </a:prstGeom>
              <a:blipFill>
                <a:blip r:embed="rId5"/>
                <a:stretch>
                  <a:fillRect b="-697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F72D060B-40F1-955C-63A0-2E4CCB9E2D88}"/>
                  </a:ext>
                </a:extLst>
              </p:cNvPr>
              <p:cNvSpPr txBox="1"/>
              <p:nvPr/>
            </p:nvSpPr>
            <p:spPr>
              <a:xfrm>
                <a:off x="3922277" y="2220146"/>
                <a:ext cx="561116" cy="27667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F72D060B-40F1-955C-63A0-2E4CCB9E2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2277" y="2220146"/>
                <a:ext cx="561116" cy="276679"/>
              </a:xfrm>
              <a:prstGeom prst="rect">
                <a:avLst/>
              </a:prstGeom>
              <a:blipFill>
                <a:blip r:embed="rId6"/>
                <a:stretch>
                  <a:fillRect b="-217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D3B79D0-A1F9-C0A2-F7F4-95F220062B47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3632275" y="2902482"/>
            <a:ext cx="1646229" cy="2934"/>
          </a:xfrm>
          <a:prstGeom prst="straightConnector1">
            <a:avLst/>
          </a:prstGeom>
          <a:ln w="19050" cmpd="sng">
            <a:solidFill>
              <a:schemeClr val="tx1"/>
            </a:solidFill>
            <a:headEnd type="oval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3E163FC-F7B4-11CD-A8A9-B96F6DDFA307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3661934" y="2516459"/>
            <a:ext cx="965282" cy="5029"/>
          </a:xfrm>
          <a:prstGeom prst="straightConnector1">
            <a:avLst/>
          </a:prstGeom>
          <a:ln w="19050" cmpd="sng">
            <a:solidFill>
              <a:schemeClr val="tx1"/>
            </a:solidFill>
            <a:headEnd type="oval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0CC3030-AC88-537C-643E-65252A8F8802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3660176" y="2118124"/>
            <a:ext cx="313416" cy="1218"/>
          </a:xfrm>
          <a:prstGeom prst="straightConnector1">
            <a:avLst/>
          </a:prstGeom>
          <a:ln w="19050" cmpd="sng">
            <a:solidFill>
              <a:schemeClr val="tx1"/>
            </a:solidFill>
            <a:headEnd type="oval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061296AA-DF85-F019-4BFC-3509112CAD85}"/>
              </a:ext>
            </a:extLst>
          </p:cNvPr>
          <p:cNvCxnSpPr>
            <a:cxnSpLocks/>
            <a:stCxn id="48" idx="3"/>
            <a:endCxn id="17" idx="2"/>
          </p:cNvCxnSpPr>
          <p:nvPr/>
        </p:nvCxnSpPr>
        <p:spPr>
          <a:xfrm flipH="1">
            <a:off x="5752625" y="2788392"/>
            <a:ext cx="3238534" cy="252487"/>
          </a:xfrm>
          <a:prstGeom prst="bentConnector4">
            <a:avLst>
              <a:gd name="adj1" fmla="val -7059"/>
              <a:gd name="adj2" fmla="val 451378"/>
            </a:avLst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057EE658-9A76-0BFF-4A70-B3387C3AD8EC}"/>
              </a:ext>
            </a:extLst>
          </p:cNvPr>
          <p:cNvCxnSpPr>
            <a:cxnSpLocks/>
            <a:stCxn id="48" idx="3"/>
            <a:endCxn id="9" idx="2"/>
          </p:cNvCxnSpPr>
          <p:nvPr/>
        </p:nvCxnSpPr>
        <p:spPr>
          <a:xfrm flipH="1" flipV="1">
            <a:off x="5101336" y="2656950"/>
            <a:ext cx="3889823" cy="131442"/>
          </a:xfrm>
          <a:prstGeom prst="bentConnector4">
            <a:avLst>
              <a:gd name="adj1" fmla="val -5877"/>
              <a:gd name="adj2" fmla="val -867052"/>
            </a:avLst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E18772A3-7886-D681-5C8E-0319FEF23619}"/>
              </a:ext>
            </a:extLst>
          </p:cNvPr>
          <p:cNvCxnSpPr>
            <a:cxnSpLocks/>
            <a:stCxn id="48" idx="3"/>
            <a:endCxn id="26" idx="2"/>
          </p:cNvCxnSpPr>
          <p:nvPr/>
        </p:nvCxnSpPr>
        <p:spPr>
          <a:xfrm flipH="1" flipV="1">
            <a:off x="4447713" y="2254805"/>
            <a:ext cx="4543446" cy="533587"/>
          </a:xfrm>
          <a:prstGeom prst="bentConnector4">
            <a:avLst>
              <a:gd name="adj1" fmla="val -5031"/>
              <a:gd name="adj2" fmla="val -213587"/>
            </a:avLst>
          </a:prstGeom>
          <a:ln w="19050">
            <a:headEnd type="none"/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5707F969-7A64-3925-09EF-DBE4C51B7F7B}"/>
              </a:ext>
            </a:extLst>
          </p:cNvPr>
          <p:cNvSpPr/>
          <p:nvPr/>
        </p:nvSpPr>
        <p:spPr>
          <a:xfrm>
            <a:off x="6060916" y="3311805"/>
            <a:ext cx="135463" cy="135463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sz="1200" dirty="0">
              <a:solidFill>
                <a:prstClr val="white"/>
              </a:solidFill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70026E3-8D78-AB60-AD13-59FA05C2201D}"/>
              </a:ext>
            </a:extLst>
          </p:cNvPr>
          <p:cNvCxnSpPr>
            <a:cxnSpLocks/>
            <a:stCxn id="32" idx="6"/>
            <a:endCxn id="21" idx="1"/>
          </p:cNvCxnSpPr>
          <p:nvPr/>
        </p:nvCxnSpPr>
        <p:spPr>
          <a:xfrm flipV="1">
            <a:off x="6196379" y="3377648"/>
            <a:ext cx="254280" cy="1889"/>
          </a:xfrm>
          <a:prstGeom prst="straightConnector1">
            <a:avLst/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EE8A024-EFD0-54F7-1C33-7C9CA2903306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7571987" y="3377648"/>
            <a:ext cx="456349" cy="0"/>
          </a:xfrm>
          <a:prstGeom prst="straightConnector1">
            <a:avLst/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72DBFA73-AD4A-04A9-FA47-DD4EAA61385F}"/>
              </a:ext>
            </a:extLst>
          </p:cNvPr>
          <p:cNvCxnSpPr>
            <a:cxnSpLocks/>
            <a:stCxn id="48" idx="3"/>
            <a:endCxn id="32" idx="4"/>
          </p:cNvCxnSpPr>
          <p:nvPr/>
        </p:nvCxnSpPr>
        <p:spPr>
          <a:xfrm flipH="1">
            <a:off x="6128648" y="2788392"/>
            <a:ext cx="2862511" cy="658876"/>
          </a:xfrm>
          <a:prstGeom prst="bentConnector4">
            <a:avLst>
              <a:gd name="adj1" fmla="val -7986"/>
              <a:gd name="adj2" fmla="val 172972"/>
            </a:avLst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AA1EEA-E17B-A373-2B1E-4E1780FAA5EB}"/>
                  </a:ext>
                </a:extLst>
              </p:cNvPr>
              <p:cNvSpPr txBox="1"/>
              <p:nvPr/>
            </p:nvSpPr>
            <p:spPr>
              <a:xfrm>
                <a:off x="5692959" y="3478438"/>
                <a:ext cx="537135" cy="2616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AA1EEA-E17B-A373-2B1E-4E1780FAA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2959" y="3478438"/>
                <a:ext cx="537135" cy="261610"/>
              </a:xfrm>
              <a:prstGeom prst="rect">
                <a:avLst/>
              </a:prstGeom>
              <a:blipFill>
                <a:blip r:embed="rId7"/>
                <a:stretch>
                  <a:fillRect b="-4651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BC33926-2F82-F49A-A596-4D1F218B7119}"/>
              </a:ext>
            </a:extLst>
          </p:cNvPr>
          <p:cNvCxnSpPr>
            <a:stCxn id="26" idx="3"/>
          </p:cNvCxnSpPr>
          <p:nvPr/>
        </p:nvCxnSpPr>
        <p:spPr>
          <a:xfrm flipV="1">
            <a:off x="4921834" y="2118124"/>
            <a:ext cx="3107126" cy="1218"/>
          </a:xfrm>
          <a:prstGeom prst="straightConnector1">
            <a:avLst/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62F2EAE-A4E2-07BB-B57D-6672156C5F4C}"/>
              </a:ext>
            </a:extLst>
          </p:cNvPr>
          <p:cNvCxnSpPr>
            <a:stCxn id="9" idx="3"/>
          </p:cNvCxnSpPr>
          <p:nvPr/>
        </p:nvCxnSpPr>
        <p:spPr>
          <a:xfrm>
            <a:off x="5575456" y="2521487"/>
            <a:ext cx="2453503" cy="0"/>
          </a:xfrm>
          <a:prstGeom prst="straightConnector1">
            <a:avLst/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F46B0DE-D7A1-8F20-935A-9BD2ABE1E2EE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6226745" y="2905416"/>
            <a:ext cx="1802214" cy="7303"/>
          </a:xfrm>
          <a:prstGeom prst="straightConnector1">
            <a:avLst/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4D96C37-BCDD-0551-63E0-1F727A48DA9F}"/>
                  </a:ext>
                </a:extLst>
              </p:cNvPr>
              <p:cNvSpPr txBox="1"/>
              <p:nvPr/>
            </p:nvSpPr>
            <p:spPr>
              <a:xfrm>
                <a:off x="7505292" y="2274550"/>
                <a:ext cx="540661" cy="2616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4D96C37-BCDD-0551-63E0-1F727A48D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5292" y="2274550"/>
                <a:ext cx="540661" cy="261610"/>
              </a:xfrm>
              <a:prstGeom prst="rect">
                <a:avLst/>
              </a:prstGeom>
              <a:blipFill>
                <a:blip r:embed="rId8"/>
                <a:stretch>
                  <a:fillRect b="-697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EBA53C2-AEEF-CAF7-F805-F53E78DA1E24}"/>
                  </a:ext>
                </a:extLst>
              </p:cNvPr>
              <p:cNvSpPr txBox="1"/>
              <p:nvPr/>
            </p:nvSpPr>
            <p:spPr>
              <a:xfrm>
                <a:off x="7485643" y="2668491"/>
                <a:ext cx="555152" cy="27667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sub>
                      </m:sSub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EBA53C2-AEEF-CAF7-F805-F53E78DA1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5643" y="2668491"/>
                <a:ext cx="555152" cy="276679"/>
              </a:xfrm>
              <a:prstGeom prst="rect">
                <a:avLst/>
              </a:prstGeom>
              <a:blipFill>
                <a:blip r:embed="rId9"/>
                <a:stretch>
                  <a:fillRect b="-444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ounded Rectangle 41">
                <a:extLst>
                  <a:ext uri="{FF2B5EF4-FFF2-40B4-BE49-F238E27FC236}">
                    <a16:creationId xmlns:a16="http://schemas.microsoft.com/office/drawing/2014/main" id="{06BDB901-8342-90AF-D89E-7B43A4C06AC1}"/>
                  </a:ext>
                </a:extLst>
              </p:cNvPr>
              <p:cNvSpPr/>
              <p:nvPr/>
            </p:nvSpPr>
            <p:spPr>
              <a:xfrm>
                <a:off x="3061613" y="2324472"/>
                <a:ext cx="504143" cy="367220"/>
              </a:xfrm>
              <a:prstGeom prst="round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Rounded Rectangle 41">
                <a:extLst>
                  <a:ext uri="{FF2B5EF4-FFF2-40B4-BE49-F238E27FC236}">
                    <a16:creationId xmlns:a16="http://schemas.microsoft.com/office/drawing/2014/main" id="{06BDB901-8342-90AF-D89E-7B43A4C06A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1613" y="2324472"/>
                <a:ext cx="504143" cy="367220"/>
              </a:xfrm>
              <a:prstGeom prst="roundRect">
                <a:avLst/>
              </a:prstGeom>
              <a:blipFill>
                <a:blip r:embed="rId10"/>
                <a:stretch>
                  <a:fillRect l="-4819" r="-843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ounded Rectangle 41">
                <a:extLst>
                  <a:ext uri="{FF2B5EF4-FFF2-40B4-BE49-F238E27FC236}">
                    <a16:creationId xmlns:a16="http://schemas.microsoft.com/office/drawing/2014/main" id="{875DE5FB-1A29-9090-EDD1-91DDFB66D60F}"/>
                  </a:ext>
                </a:extLst>
              </p:cNvPr>
              <p:cNvSpPr/>
              <p:nvPr/>
            </p:nvSpPr>
            <p:spPr>
              <a:xfrm>
                <a:off x="3067628" y="2718872"/>
                <a:ext cx="504143" cy="367220"/>
              </a:xfrm>
              <a:prstGeom prst="round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𝜓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Rounded Rectangle 41">
                <a:extLst>
                  <a:ext uri="{FF2B5EF4-FFF2-40B4-BE49-F238E27FC236}">
                    <a16:creationId xmlns:a16="http://schemas.microsoft.com/office/drawing/2014/main" id="{875DE5FB-1A29-9090-EDD1-91DDFB66D6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7628" y="2718872"/>
                <a:ext cx="504143" cy="367220"/>
              </a:xfrm>
              <a:prstGeom prst="roundRect">
                <a:avLst/>
              </a:prstGeom>
              <a:blipFill>
                <a:blip r:embed="rId11"/>
                <a:stretch>
                  <a:fillRect l="-6024" r="-10843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ounded Rectangle 41">
                <a:extLst>
                  <a:ext uri="{FF2B5EF4-FFF2-40B4-BE49-F238E27FC236}">
                    <a16:creationId xmlns:a16="http://schemas.microsoft.com/office/drawing/2014/main" id="{AA692BB9-CAD4-81D8-AB86-84276F5F7BC7}"/>
                  </a:ext>
                </a:extLst>
              </p:cNvPr>
              <p:cNvSpPr/>
              <p:nvPr/>
            </p:nvSpPr>
            <p:spPr>
              <a:xfrm>
                <a:off x="3075666" y="3150751"/>
                <a:ext cx="504143" cy="367220"/>
              </a:xfrm>
              <a:prstGeom prst="round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𝑧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Rounded Rectangle 41">
                <a:extLst>
                  <a:ext uri="{FF2B5EF4-FFF2-40B4-BE49-F238E27FC236}">
                    <a16:creationId xmlns:a16="http://schemas.microsoft.com/office/drawing/2014/main" id="{AA692BB9-CAD4-81D8-AB86-84276F5F7B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5666" y="3150751"/>
                <a:ext cx="504143" cy="367220"/>
              </a:xfrm>
              <a:prstGeom prst="roundRect">
                <a:avLst/>
              </a:prstGeom>
              <a:blipFill>
                <a:blip r:embed="rId12"/>
                <a:stretch>
                  <a:fillRect l="-3659" r="-731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EFE675D-7D43-10F3-C3DE-F02EE8C53180}"/>
                  </a:ext>
                </a:extLst>
              </p:cNvPr>
              <p:cNvSpPr txBox="1"/>
              <p:nvPr/>
            </p:nvSpPr>
            <p:spPr>
              <a:xfrm>
                <a:off x="4595079" y="2599780"/>
                <a:ext cx="549125" cy="2616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EFE675D-7D43-10F3-C3DE-F02EE8C53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5079" y="2599780"/>
                <a:ext cx="549125" cy="261610"/>
              </a:xfrm>
              <a:prstGeom prst="rect">
                <a:avLst/>
              </a:prstGeom>
              <a:blipFill>
                <a:blip r:embed="rId13"/>
                <a:stretch>
                  <a:fillRect b="-697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88C7796-3278-6833-9DF4-802B3CDEBED7}"/>
                  </a:ext>
                </a:extLst>
              </p:cNvPr>
              <p:cNvSpPr txBox="1"/>
              <p:nvPr/>
            </p:nvSpPr>
            <p:spPr>
              <a:xfrm>
                <a:off x="5225740" y="3006370"/>
                <a:ext cx="563616" cy="27667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88C7796-3278-6833-9DF4-802B3CDEB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5740" y="3006370"/>
                <a:ext cx="563616" cy="276679"/>
              </a:xfrm>
              <a:prstGeom prst="rect">
                <a:avLst/>
              </a:prstGeom>
              <a:blipFill>
                <a:blip r:embed="rId14"/>
                <a:stretch>
                  <a:fillRect b="-217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DAF7BF7-943A-B136-4953-36035F1140EC}"/>
                  </a:ext>
                </a:extLst>
              </p:cNvPr>
              <p:cNvSpPr txBox="1"/>
              <p:nvPr/>
            </p:nvSpPr>
            <p:spPr>
              <a:xfrm>
                <a:off x="6177181" y="3510873"/>
                <a:ext cx="1913729" cy="255711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8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8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8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8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8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8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8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𝑒</m:t>
                                        </m:r>
                                      </m:e>
                                      <m:sub>
                                        <m:r>
                                          <a:rPr lang="en-US" sz="8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8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8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8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8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en-US" sz="8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8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8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8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8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𝜂</m:t>
                                        </m:r>
                                      </m:e>
                                      <m:sub>
                                        <m:r>
                                          <a:rPr lang="en-US" sz="8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DAF7BF7-943A-B136-4953-36035F114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7181" y="3510873"/>
                <a:ext cx="1913729" cy="25571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0DDCE28-1983-14A5-9AE8-FA4F44B3DF0C}"/>
                  </a:ext>
                </a:extLst>
              </p:cNvPr>
              <p:cNvSpPr txBox="1"/>
              <p:nvPr/>
            </p:nvSpPr>
            <p:spPr>
              <a:xfrm>
                <a:off x="5780978" y="3139781"/>
                <a:ext cx="319318" cy="2616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AE" sz="1100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0DDCE28-1983-14A5-9AE8-FA4F44B3D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0978" y="3139781"/>
                <a:ext cx="319318" cy="2616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77BCF27-5D46-027A-C090-AD84A16DA946}"/>
                  </a:ext>
                </a:extLst>
              </p:cNvPr>
              <p:cNvSpPr txBox="1"/>
              <p:nvPr/>
            </p:nvSpPr>
            <p:spPr>
              <a:xfrm>
                <a:off x="5824735" y="3357682"/>
                <a:ext cx="319318" cy="2616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AE" sz="1100" dirty="0"/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77BCF27-5D46-027A-C090-AD84A16DA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4735" y="3357682"/>
                <a:ext cx="319318" cy="2616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Oval 61">
            <a:extLst>
              <a:ext uri="{FF2B5EF4-FFF2-40B4-BE49-F238E27FC236}">
                <a16:creationId xmlns:a16="http://schemas.microsoft.com/office/drawing/2014/main" id="{71AF1984-5B0D-E112-5F82-94BC906AB0D1}"/>
              </a:ext>
            </a:extLst>
          </p:cNvPr>
          <p:cNvSpPr/>
          <p:nvPr/>
        </p:nvSpPr>
        <p:spPr>
          <a:xfrm>
            <a:off x="6108053" y="3907631"/>
            <a:ext cx="36000" cy="36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CD7941F5-A9F5-D04E-3591-3C666E43087C}"/>
              </a:ext>
            </a:extLst>
          </p:cNvPr>
          <p:cNvSpPr/>
          <p:nvPr/>
        </p:nvSpPr>
        <p:spPr>
          <a:xfrm>
            <a:off x="5734624" y="3907631"/>
            <a:ext cx="36000" cy="36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6A3255F8-6084-165E-C89A-A7324D486FA5}"/>
              </a:ext>
            </a:extLst>
          </p:cNvPr>
          <p:cNvSpPr/>
          <p:nvPr/>
        </p:nvSpPr>
        <p:spPr>
          <a:xfrm>
            <a:off x="5083335" y="3907631"/>
            <a:ext cx="36000" cy="36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F31DDD2-0D14-8FFF-1964-6910C3DA4287}"/>
                  </a:ext>
                </a:extLst>
              </p:cNvPr>
              <p:cNvSpPr txBox="1"/>
              <p:nvPr/>
            </p:nvSpPr>
            <p:spPr>
              <a:xfrm>
                <a:off x="6069294" y="3093089"/>
                <a:ext cx="455830" cy="246221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F31DDD2-0D14-8FFF-1964-6910C3DA4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9294" y="3093089"/>
                <a:ext cx="455830" cy="24622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47665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62136-93B5-B50F-EE92-1F2905802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05237C9-0F55-6D33-CA0C-6E808DB72C45}"/>
              </a:ext>
            </a:extLst>
          </p:cNvPr>
          <p:cNvSpPr/>
          <p:nvPr/>
        </p:nvSpPr>
        <p:spPr>
          <a:xfrm>
            <a:off x="3973592" y="1983879"/>
            <a:ext cx="948241" cy="27092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 PID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A4AE926D-6C18-0D1D-9E80-12B52D1D80F8}"/>
              </a:ext>
            </a:extLst>
          </p:cNvPr>
          <p:cNvSpPr/>
          <p:nvPr/>
        </p:nvSpPr>
        <p:spPr>
          <a:xfrm>
            <a:off x="8028961" y="1877322"/>
            <a:ext cx="962198" cy="182214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E1C500B-454E-B080-BF0D-7F600B8C16EC}"/>
              </a:ext>
            </a:extLst>
          </p:cNvPr>
          <p:cNvSpPr txBox="1"/>
          <p:nvPr/>
        </p:nvSpPr>
        <p:spPr>
          <a:xfrm>
            <a:off x="8040795" y="2551959"/>
            <a:ext cx="966770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Quadrotor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Dynamics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9069390-37BB-B32D-830B-CDAD54223A18}"/>
              </a:ext>
            </a:extLst>
          </p:cNvPr>
          <p:cNvCxnSpPr>
            <a:cxnSpLocks/>
            <a:endCxn id="32" idx="2"/>
          </p:cNvCxnSpPr>
          <p:nvPr/>
        </p:nvCxnSpPr>
        <p:spPr>
          <a:xfrm>
            <a:off x="3629701" y="3367999"/>
            <a:ext cx="2431215" cy="11537"/>
          </a:xfrm>
          <a:prstGeom prst="straightConnector1">
            <a:avLst/>
          </a:prstGeom>
          <a:ln w="19050" cmpd="sng">
            <a:solidFill>
              <a:schemeClr val="tx1"/>
            </a:solidFill>
            <a:headEnd type="oval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ounded Rectangle 41">
                <a:extLst>
                  <a:ext uri="{FF2B5EF4-FFF2-40B4-BE49-F238E27FC236}">
                    <a16:creationId xmlns:a16="http://schemas.microsoft.com/office/drawing/2014/main" id="{50C0A519-21A7-FD6A-0678-7E083AB090E8}"/>
                  </a:ext>
                </a:extLst>
              </p:cNvPr>
              <p:cNvSpPr/>
              <p:nvPr/>
            </p:nvSpPr>
            <p:spPr>
              <a:xfrm>
                <a:off x="3060670" y="1919983"/>
                <a:ext cx="504143" cy="367220"/>
              </a:xfrm>
              <a:prstGeom prst="round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𝜙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Rounded Rectangle 41">
                <a:extLst>
                  <a:ext uri="{FF2B5EF4-FFF2-40B4-BE49-F238E27FC236}">
                    <a16:creationId xmlns:a16="http://schemas.microsoft.com/office/drawing/2014/main" id="{50C0A519-21A7-FD6A-0678-7E083AB090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0670" y="1919983"/>
                <a:ext cx="504143" cy="367220"/>
              </a:xfrm>
              <a:prstGeom prst="roundRect">
                <a:avLst/>
              </a:prstGeom>
              <a:blipFill>
                <a:blip r:embed="rId3"/>
                <a:stretch>
                  <a:fillRect l="-6024" r="-10843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25">
            <a:extLst>
              <a:ext uri="{FF2B5EF4-FFF2-40B4-BE49-F238E27FC236}">
                <a16:creationId xmlns:a16="http://schemas.microsoft.com/office/drawing/2014/main" id="{D8FB9A1F-AE65-08E2-10D3-0D012F31C5D8}"/>
              </a:ext>
            </a:extLst>
          </p:cNvPr>
          <p:cNvSpPr/>
          <p:nvPr/>
        </p:nvSpPr>
        <p:spPr>
          <a:xfrm>
            <a:off x="4627215" y="2386024"/>
            <a:ext cx="948241" cy="27092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Pitch PID</a:t>
            </a:r>
          </a:p>
        </p:txBody>
      </p:sp>
      <p:sp>
        <p:nvSpPr>
          <p:cNvPr id="17" name="Rounded Rectangle 25">
            <a:extLst>
              <a:ext uri="{FF2B5EF4-FFF2-40B4-BE49-F238E27FC236}">
                <a16:creationId xmlns:a16="http://schemas.microsoft.com/office/drawing/2014/main" id="{CA649227-116B-001F-85B0-2D2E7D6C2B80}"/>
              </a:ext>
            </a:extLst>
          </p:cNvPr>
          <p:cNvSpPr/>
          <p:nvPr/>
        </p:nvSpPr>
        <p:spPr>
          <a:xfrm>
            <a:off x="5278504" y="2769953"/>
            <a:ext cx="948241" cy="27092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Yaw PID</a:t>
            </a:r>
          </a:p>
        </p:txBody>
      </p:sp>
      <p:sp>
        <p:nvSpPr>
          <p:cNvPr id="21" name="Rounded Rectangle 25">
            <a:extLst>
              <a:ext uri="{FF2B5EF4-FFF2-40B4-BE49-F238E27FC236}">
                <a16:creationId xmlns:a16="http://schemas.microsoft.com/office/drawing/2014/main" id="{C69A2C66-3F46-590D-18E1-91BC99E46E2F}"/>
              </a:ext>
            </a:extLst>
          </p:cNvPr>
          <p:cNvSpPr/>
          <p:nvPr/>
        </p:nvSpPr>
        <p:spPr>
          <a:xfrm>
            <a:off x="6450659" y="3242185"/>
            <a:ext cx="1121328" cy="27092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Altitude GRU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9D2EF902-EF8E-FDDF-EFB1-1807C5DD6BEB}"/>
                  </a:ext>
                </a:extLst>
              </p:cNvPr>
              <p:cNvSpPr txBox="1"/>
              <p:nvPr/>
            </p:nvSpPr>
            <p:spPr>
              <a:xfrm>
                <a:off x="7490801" y="1862408"/>
                <a:ext cx="552652" cy="27667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9D2EF902-EF8E-FDDF-EFB1-1807C5DD6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0801" y="1862408"/>
                <a:ext cx="552652" cy="276679"/>
              </a:xfrm>
              <a:prstGeom prst="rect">
                <a:avLst/>
              </a:prstGeom>
              <a:blipFill>
                <a:blip r:embed="rId4"/>
                <a:stretch>
                  <a:fillRect b="-444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2AA05990-EC37-C8E0-04C9-CC40CD227EF0}"/>
                  </a:ext>
                </a:extLst>
              </p:cNvPr>
              <p:cNvSpPr txBox="1"/>
              <p:nvPr/>
            </p:nvSpPr>
            <p:spPr>
              <a:xfrm>
                <a:off x="7505292" y="3128782"/>
                <a:ext cx="574520" cy="2616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2AA05990-EC37-C8E0-04C9-CC40CD227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5292" y="3128782"/>
                <a:ext cx="574520" cy="261610"/>
              </a:xfrm>
              <a:prstGeom prst="rect">
                <a:avLst/>
              </a:prstGeom>
              <a:blipFill>
                <a:blip r:embed="rId5"/>
                <a:stretch>
                  <a:fillRect b="-697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9834A02A-CA4C-CB27-FA25-9D76F2D16AB0}"/>
                  </a:ext>
                </a:extLst>
              </p:cNvPr>
              <p:cNvSpPr txBox="1"/>
              <p:nvPr/>
            </p:nvSpPr>
            <p:spPr>
              <a:xfrm>
                <a:off x="3922277" y="2220146"/>
                <a:ext cx="561116" cy="27667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9834A02A-CA4C-CB27-FA25-9D76F2D16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2277" y="2220146"/>
                <a:ext cx="561116" cy="276679"/>
              </a:xfrm>
              <a:prstGeom prst="rect">
                <a:avLst/>
              </a:prstGeom>
              <a:blipFill>
                <a:blip r:embed="rId6"/>
                <a:stretch>
                  <a:fillRect b="-217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D4E6CD7-3809-97EB-6E88-117A4EA48EF3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3632275" y="2902482"/>
            <a:ext cx="1646229" cy="2934"/>
          </a:xfrm>
          <a:prstGeom prst="straightConnector1">
            <a:avLst/>
          </a:prstGeom>
          <a:ln w="19050" cmpd="sng">
            <a:solidFill>
              <a:schemeClr val="tx1"/>
            </a:solidFill>
            <a:headEnd type="oval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081AC26-BA28-8081-ECEA-688581D79FC6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3661934" y="2516459"/>
            <a:ext cx="965282" cy="5029"/>
          </a:xfrm>
          <a:prstGeom prst="straightConnector1">
            <a:avLst/>
          </a:prstGeom>
          <a:ln w="19050" cmpd="sng">
            <a:solidFill>
              <a:schemeClr val="tx1"/>
            </a:solidFill>
            <a:headEnd type="oval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517A554-8BD1-8ACA-FC3A-B2B2CB835DE8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3660176" y="2118124"/>
            <a:ext cx="313416" cy="1218"/>
          </a:xfrm>
          <a:prstGeom prst="straightConnector1">
            <a:avLst/>
          </a:prstGeom>
          <a:ln w="19050" cmpd="sng">
            <a:solidFill>
              <a:schemeClr val="tx1"/>
            </a:solidFill>
            <a:headEnd type="oval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21F0FF10-7B3F-BA93-FB2D-5D218AA23187}"/>
              </a:ext>
            </a:extLst>
          </p:cNvPr>
          <p:cNvCxnSpPr>
            <a:cxnSpLocks/>
            <a:stCxn id="48" idx="3"/>
            <a:endCxn id="17" idx="2"/>
          </p:cNvCxnSpPr>
          <p:nvPr/>
        </p:nvCxnSpPr>
        <p:spPr>
          <a:xfrm flipH="1">
            <a:off x="5752625" y="2788392"/>
            <a:ext cx="3238534" cy="252487"/>
          </a:xfrm>
          <a:prstGeom prst="bentConnector4">
            <a:avLst>
              <a:gd name="adj1" fmla="val -7059"/>
              <a:gd name="adj2" fmla="val 451378"/>
            </a:avLst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16E5547B-5672-993C-8D29-AF0A46082F95}"/>
              </a:ext>
            </a:extLst>
          </p:cNvPr>
          <p:cNvCxnSpPr>
            <a:cxnSpLocks/>
            <a:stCxn id="48" idx="3"/>
            <a:endCxn id="9" idx="2"/>
          </p:cNvCxnSpPr>
          <p:nvPr/>
        </p:nvCxnSpPr>
        <p:spPr>
          <a:xfrm flipH="1" flipV="1">
            <a:off x="5101336" y="2656950"/>
            <a:ext cx="3889823" cy="131442"/>
          </a:xfrm>
          <a:prstGeom prst="bentConnector4">
            <a:avLst>
              <a:gd name="adj1" fmla="val -5877"/>
              <a:gd name="adj2" fmla="val -867052"/>
            </a:avLst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3F171377-C95F-9517-399E-F54A7A062A35}"/>
              </a:ext>
            </a:extLst>
          </p:cNvPr>
          <p:cNvCxnSpPr>
            <a:cxnSpLocks/>
            <a:stCxn id="48" idx="3"/>
            <a:endCxn id="26" idx="2"/>
          </p:cNvCxnSpPr>
          <p:nvPr/>
        </p:nvCxnSpPr>
        <p:spPr>
          <a:xfrm flipH="1" flipV="1">
            <a:off x="4447713" y="2254805"/>
            <a:ext cx="4543446" cy="533587"/>
          </a:xfrm>
          <a:prstGeom prst="bentConnector4">
            <a:avLst>
              <a:gd name="adj1" fmla="val -5031"/>
              <a:gd name="adj2" fmla="val -213587"/>
            </a:avLst>
          </a:prstGeom>
          <a:ln w="19050">
            <a:headEnd type="none"/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28AFB161-936C-9D35-86A7-2B5A2CB7B903}"/>
              </a:ext>
            </a:extLst>
          </p:cNvPr>
          <p:cNvSpPr/>
          <p:nvPr/>
        </p:nvSpPr>
        <p:spPr>
          <a:xfrm>
            <a:off x="6060916" y="3311805"/>
            <a:ext cx="135463" cy="135463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sz="1200" dirty="0">
              <a:solidFill>
                <a:prstClr val="white"/>
              </a:solidFill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E36963B-9C8A-90BD-BDDD-470A7C28E867}"/>
              </a:ext>
            </a:extLst>
          </p:cNvPr>
          <p:cNvCxnSpPr>
            <a:cxnSpLocks/>
            <a:stCxn id="32" idx="6"/>
            <a:endCxn id="21" idx="1"/>
          </p:cNvCxnSpPr>
          <p:nvPr/>
        </p:nvCxnSpPr>
        <p:spPr>
          <a:xfrm flipV="1">
            <a:off x="6196379" y="3377648"/>
            <a:ext cx="254280" cy="1889"/>
          </a:xfrm>
          <a:prstGeom prst="straightConnector1">
            <a:avLst/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4A2DD21-B915-36A9-6311-B5E8FC7232C9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7571987" y="3377648"/>
            <a:ext cx="456349" cy="0"/>
          </a:xfrm>
          <a:prstGeom prst="straightConnector1">
            <a:avLst/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9DE7C02E-DC35-726B-01F3-9B0EA3EC787F}"/>
              </a:ext>
            </a:extLst>
          </p:cNvPr>
          <p:cNvCxnSpPr>
            <a:cxnSpLocks/>
            <a:stCxn id="48" idx="3"/>
            <a:endCxn id="32" idx="4"/>
          </p:cNvCxnSpPr>
          <p:nvPr/>
        </p:nvCxnSpPr>
        <p:spPr>
          <a:xfrm flipH="1">
            <a:off x="6128648" y="2788392"/>
            <a:ext cx="2862511" cy="658876"/>
          </a:xfrm>
          <a:prstGeom prst="bentConnector4">
            <a:avLst>
              <a:gd name="adj1" fmla="val -7986"/>
              <a:gd name="adj2" fmla="val 172972"/>
            </a:avLst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59228D2-7037-4B28-8F95-64E758960064}"/>
                  </a:ext>
                </a:extLst>
              </p:cNvPr>
              <p:cNvSpPr txBox="1"/>
              <p:nvPr/>
            </p:nvSpPr>
            <p:spPr>
              <a:xfrm>
                <a:off x="5692959" y="3478438"/>
                <a:ext cx="537135" cy="2616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59228D2-7037-4B28-8F95-64E758960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2959" y="3478438"/>
                <a:ext cx="537135" cy="261610"/>
              </a:xfrm>
              <a:prstGeom prst="rect">
                <a:avLst/>
              </a:prstGeom>
              <a:blipFill>
                <a:blip r:embed="rId7"/>
                <a:stretch>
                  <a:fillRect b="-4651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F4ECCD6-9805-A040-062F-6047BCED4C9F}"/>
              </a:ext>
            </a:extLst>
          </p:cNvPr>
          <p:cNvCxnSpPr>
            <a:stCxn id="26" idx="3"/>
          </p:cNvCxnSpPr>
          <p:nvPr/>
        </p:nvCxnSpPr>
        <p:spPr>
          <a:xfrm flipV="1">
            <a:off x="4921834" y="2118124"/>
            <a:ext cx="3107126" cy="1218"/>
          </a:xfrm>
          <a:prstGeom prst="straightConnector1">
            <a:avLst/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31C90D2-BA96-ADCF-28D3-F7A2749636B1}"/>
              </a:ext>
            </a:extLst>
          </p:cNvPr>
          <p:cNvCxnSpPr>
            <a:stCxn id="9" idx="3"/>
          </p:cNvCxnSpPr>
          <p:nvPr/>
        </p:nvCxnSpPr>
        <p:spPr>
          <a:xfrm>
            <a:off x="5575456" y="2521487"/>
            <a:ext cx="2453503" cy="0"/>
          </a:xfrm>
          <a:prstGeom prst="straightConnector1">
            <a:avLst/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0550745-541B-30D5-7FB6-8E99E1319541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6226745" y="2905416"/>
            <a:ext cx="1802214" cy="7303"/>
          </a:xfrm>
          <a:prstGeom prst="straightConnector1">
            <a:avLst/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DAC8416-A378-C13F-4610-BB28AC7CE6FD}"/>
                  </a:ext>
                </a:extLst>
              </p:cNvPr>
              <p:cNvSpPr txBox="1"/>
              <p:nvPr/>
            </p:nvSpPr>
            <p:spPr>
              <a:xfrm>
                <a:off x="7505292" y="2274550"/>
                <a:ext cx="540661" cy="2616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DAC8416-A378-C13F-4610-BB28AC7CE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5292" y="2274550"/>
                <a:ext cx="540661" cy="261610"/>
              </a:xfrm>
              <a:prstGeom prst="rect">
                <a:avLst/>
              </a:prstGeom>
              <a:blipFill>
                <a:blip r:embed="rId8"/>
                <a:stretch>
                  <a:fillRect b="-697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7787C74-0672-6EC9-F7C0-AA8CE20E5EFF}"/>
                  </a:ext>
                </a:extLst>
              </p:cNvPr>
              <p:cNvSpPr txBox="1"/>
              <p:nvPr/>
            </p:nvSpPr>
            <p:spPr>
              <a:xfrm>
                <a:off x="7485643" y="2668491"/>
                <a:ext cx="555152" cy="27667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sub>
                      </m:sSub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7787C74-0672-6EC9-F7C0-AA8CE20E5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5643" y="2668491"/>
                <a:ext cx="555152" cy="276679"/>
              </a:xfrm>
              <a:prstGeom prst="rect">
                <a:avLst/>
              </a:prstGeom>
              <a:blipFill>
                <a:blip r:embed="rId9"/>
                <a:stretch>
                  <a:fillRect b="-444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ounded Rectangle 41">
                <a:extLst>
                  <a:ext uri="{FF2B5EF4-FFF2-40B4-BE49-F238E27FC236}">
                    <a16:creationId xmlns:a16="http://schemas.microsoft.com/office/drawing/2014/main" id="{B7DE1E81-0614-A1F4-F856-80774925D826}"/>
                  </a:ext>
                </a:extLst>
              </p:cNvPr>
              <p:cNvSpPr/>
              <p:nvPr/>
            </p:nvSpPr>
            <p:spPr>
              <a:xfrm>
                <a:off x="3061613" y="2324472"/>
                <a:ext cx="504143" cy="367220"/>
              </a:xfrm>
              <a:prstGeom prst="round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Rounded Rectangle 41">
                <a:extLst>
                  <a:ext uri="{FF2B5EF4-FFF2-40B4-BE49-F238E27FC236}">
                    <a16:creationId xmlns:a16="http://schemas.microsoft.com/office/drawing/2014/main" id="{B7DE1E81-0614-A1F4-F856-80774925D8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1613" y="2324472"/>
                <a:ext cx="504143" cy="367220"/>
              </a:xfrm>
              <a:prstGeom prst="roundRect">
                <a:avLst/>
              </a:prstGeom>
              <a:blipFill>
                <a:blip r:embed="rId10"/>
                <a:stretch>
                  <a:fillRect l="-4819" r="-843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ounded Rectangle 41">
                <a:extLst>
                  <a:ext uri="{FF2B5EF4-FFF2-40B4-BE49-F238E27FC236}">
                    <a16:creationId xmlns:a16="http://schemas.microsoft.com/office/drawing/2014/main" id="{9FA5BA69-0397-10D3-F1C0-18519361812E}"/>
                  </a:ext>
                </a:extLst>
              </p:cNvPr>
              <p:cNvSpPr/>
              <p:nvPr/>
            </p:nvSpPr>
            <p:spPr>
              <a:xfrm>
                <a:off x="3067628" y="2718872"/>
                <a:ext cx="504143" cy="367220"/>
              </a:xfrm>
              <a:prstGeom prst="round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𝜓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Rounded Rectangle 41">
                <a:extLst>
                  <a:ext uri="{FF2B5EF4-FFF2-40B4-BE49-F238E27FC236}">
                    <a16:creationId xmlns:a16="http://schemas.microsoft.com/office/drawing/2014/main" id="{9FA5BA69-0397-10D3-F1C0-1851936181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7628" y="2718872"/>
                <a:ext cx="504143" cy="367220"/>
              </a:xfrm>
              <a:prstGeom prst="roundRect">
                <a:avLst/>
              </a:prstGeom>
              <a:blipFill>
                <a:blip r:embed="rId11"/>
                <a:stretch>
                  <a:fillRect l="-6024" r="-10843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ounded Rectangle 41">
                <a:extLst>
                  <a:ext uri="{FF2B5EF4-FFF2-40B4-BE49-F238E27FC236}">
                    <a16:creationId xmlns:a16="http://schemas.microsoft.com/office/drawing/2014/main" id="{52C7B056-E35C-9137-D0E6-E182E1F5FED6}"/>
                  </a:ext>
                </a:extLst>
              </p:cNvPr>
              <p:cNvSpPr/>
              <p:nvPr/>
            </p:nvSpPr>
            <p:spPr>
              <a:xfrm>
                <a:off x="3075666" y="3150751"/>
                <a:ext cx="504143" cy="367220"/>
              </a:xfrm>
              <a:prstGeom prst="round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𝑧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Rounded Rectangle 41">
                <a:extLst>
                  <a:ext uri="{FF2B5EF4-FFF2-40B4-BE49-F238E27FC236}">
                    <a16:creationId xmlns:a16="http://schemas.microsoft.com/office/drawing/2014/main" id="{52C7B056-E35C-9137-D0E6-E182E1F5FE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5666" y="3150751"/>
                <a:ext cx="504143" cy="367220"/>
              </a:xfrm>
              <a:prstGeom prst="roundRect">
                <a:avLst/>
              </a:prstGeom>
              <a:blipFill>
                <a:blip r:embed="rId12"/>
                <a:stretch>
                  <a:fillRect l="-3659" r="-731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8568BB8-9742-50A3-01BC-967E18F3C1BA}"/>
                  </a:ext>
                </a:extLst>
              </p:cNvPr>
              <p:cNvSpPr txBox="1"/>
              <p:nvPr/>
            </p:nvSpPr>
            <p:spPr>
              <a:xfrm>
                <a:off x="4595079" y="2599780"/>
                <a:ext cx="549125" cy="2616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8568BB8-9742-50A3-01BC-967E18F3C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5079" y="2599780"/>
                <a:ext cx="549125" cy="261610"/>
              </a:xfrm>
              <a:prstGeom prst="rect">
                <a:avLst/>
              </a:prstGeom>
              <a:blipFill>
                <a:blip r:embed="rId13"/>
                <a:stretch>
                  <a:fillRect b="-697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D406E12-F529-14E1-D877-C668373D79D3}"/>
                  </a:ext>
                </a:extLst>
              </p:cNvPr>
              <p:cNvSpPr txBox="1"/>
              <p:nvPr/>
            </p:nvSpPr>
            <p:spPr>
              <a:xfrm>
                <a:off x="5225740" y="3006370"/>
                <a:ext cx="563616" cy="27667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D406E12-F529-14E1-D877-C668373D7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5740" y="3006370"/>
                <a:ext cx="563616" cy="276679"/>
              </a:xfrm>
              <a:prstGeom prst="rect">
                <a:avLst/>
              </a:prstGeom>
              <a:blipFill>
                <a:blip r:embed="rId14"/>
                <a:stretch>
                  <a:fillRect b="-217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F460643-7435-5192-5EA6-5C1AE5A361A4}"/>
                  </a:ext>
                </a:extLst>
              </p:cNvPr>
              <p:cNvSpPr txBox="1"/>
              <p:nvPr/>
            </p:nvSpPr>
            <p:spPr>
              <a:xfrm>
                <a:off x="6060916" y="4241145"/>
                <a:ext cx="2025811" cy="2659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5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8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8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85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8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85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85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85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85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85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85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85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85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85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85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𝑒</m:t>
                                        </m:r>
                                      </m:e>
                                      <m:sub>
                                        <m:r>
                                          <a:rPr lang="en-US" sz="85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85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85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85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85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en-US" sz="85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85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85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85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85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𝜂</m:t>
                                        </m:r>
                                      </m:e>
                                      <m:sub>
                                        <m:r>
                                          <a:rPr lang="en-US" sz="85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85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85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8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8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F460643-7435-5192-5EA6-5C1AE5A36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0916" y="4241145"/>
                <a:ext cx="2025811" cy="26590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6BB7E1F-4620-A5C8-732A-2290A3BFB24E}"/>
                  </a:ext>
                </a:extLst>
              </p:cNvPr>
              <p:cNvSpPr txBox="1"/>
              <p:nvPr/>
            </p:nvSpPr>
            <p:spPr>
              <a:xfrm>
                <a:off x="5780978" y="3139781"/>
                <a:ext cx="319318" cy="2616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AE" sz="1100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6BB7E1F-4620-A5C8-732A-2290A3BFB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0978" y="3139781"/>
                <a:ext cx="319318" cy="2616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6772701-6ED8-C034-91CF-8F50AA68D664}"/>
                  </a:ext>
                </a:extLst>
              </p:cNvPr>
              <p:cNvSpPr txBox="1"/>
              <p:nvPr/>
            </p:nvSpPr>
            <p:spPr>
              <a:xfrm>
                <a:off x="5824735" y="3357682"/>
                <a:ext cx="319318" cy="2616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AE" sz="1100" dirty="0"/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6772701-6ED8-C034-91CF-8F50AA68D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4735" y="3357682"/>
                <a:ext cx="319318" cy="2616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Oval 61">
            <a:extLst>
              <a:ext uri="{FF2B5EF4-FFF2-40B4-BE49-F238E27FC236}">
                <a16:creationId xmlns:a16="http://schemas.microsoft.com/office/drawing/2014/main" id="{29241439-4D9C-F6AE-0250-A965C7B9C2BC}"/>
              </a:ext>
            </a:extLst>
          </p:cNvPr>
          <p:cNvSpPr/>
          <p:nvPr/>
        </p:nvSpPr>
        <p:spPr>
          <a:xfrm>
            <a:off x="6108053" y="3907631"/>
            <a:ext cx="36000" cy="36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9916EA53-E439-9E14-6B74-C92A4D36DAEB}"/>
              </a:ext>
            </a:extLst>
          </p:cNvPr>
          <p:cNvSpPr/>
          <p:nvPr/>
        </p:nvSpPr>
        <p:spPr>
          <a:xfrm>
            <a:off x="5734624" y="3907631"/>
            <a:ext cx="36000" cy="36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D36B12C9-D30C-F7C6-521B-3F6F3995C02A}"/>
              </a:ext>
            </a:extLst>
          </p:cNvPr>
          <p:cNvSpPr/>
          <p:nvPr/>
        </p:nvSpPr>
        <p:spPr>
          <a:xfrm>
            <a:off x="5083335" y="3907631"/>
            <a:ext cx="36000" cy="36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2565D7D-09DA-58A8-79E1-7906AE3EC10C}"/>
                  </a:ext>
                </a:extLst>
              </p:cNvPr>
              <p:cNvSpPr txBox="1"/>
              <p:nvPr/>
            </p:nvSpPr>
            <p:spPr>
              <a:xfrm>
                <a:off x="6048103" y="3093089"/>
                <a:ext cx="498213" cy="246221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2565D7D-09DA-58A8-79E1-7906AE3EC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8103" y="3093089"/>
                <a:ext cx="498213" cy="24622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0D7AE94A-B49F-C23D-0047-5D008B12FB6B}"/>
              </a:ext>
            </a:extLst>
          </p:cNvPr>
          <p:cNvCxnSpPr>
            <a:cxnSpLocks/>
            <a:stCxn id="49" idx="3"/>
            <a:endCxn id="21" idx="2"/>
          </p:cNvCxnSpPr>
          <p:nvPr/>
        </p:nvCxnSpPr>
        <p:spPr>
          <a:xfrm flipH="1">
            <a:off x="7011323" y="2782792"/>
            <a:ext cx="1996242" cy="730319"/>
          </a:xfrm>
          <a:prstGeom prst="bentConnector4">
            <a:avLst>
              <a:gd name="adj1" fmla="val -10554"/>
              <a:gd name="adj2" fmla="val 155851"/>
            </a:avLst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21990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94330-7C76-285D-F4D8-A64B69700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E0DC4AEC-030A-DB10-271C-6A6CD06E8BF0}"/>
              </a:ext>
            </a:extLst>
          </p:cNvPr>
          <p:cNvSpPr/>
          <p:nvPr/>
        </p:nvSpPr>
        <p:spPr>
          <a:xfrm>
            <a:off x="3973592" y="1983879"/>
            <a:ext cx="948241" cy="27092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 PID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9D72A7CF-CAE1-A6CB-4FA2-1713F83BA4F8}"/>
              </a:ext>
            </a:extLst>
          </p:cNvPr>
          <p:cNvSpPr/>
          <p:nvPr/>
        </p:nvSpPr>
        <p:spPr>
          <a:xfrm>
            <a:off x="8028961" y="1877322"/>
            <a:ext cx="962198" cy="182214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4B554E-DE50-7718-87B4-EE805D1412DF}"/>
              </a:ext>
            </a:extLst>
          </p:cNvPr>
          <p:cNvSpPr txBox="1"/>
          <p:nvPr/>
        </p:nvSpPr>
        <p:spPr>
          <a:xfrm>
            <a:off x="8040795" y="2551959"/>
            <a:ext cx="966770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Quadrotor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Dynamics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7B70CE6-431D-01DB-3D53-A90657F2CB8A}"/>
              </a:ext>
            </a:extLst>
          </p:cNvPr>
          <p:cNvCxnSpPr>
            <a:cxnSpLocks/>
            <a:endCxn id="32" idx="2"/>
          </p:cNvCxnSpPr>
          <p:nvPr/>
        </p:nvCxnSpPr>
        <p:spPr>
          <a:xfrm>
            <a:off x="3629701" y="3367999"/>
            <a:ext cx="2431215" cy="11537"/>
          </a:xfrm>
          <a:prstGeom prst="straightConnector1">
            <a:avLst/>
          </a:prstGeom>
          <a:ln w="19050" cmpd="sng">
            <a:solidFill>
              <a:schemeClr val="tx1"/>
            </a:solidFill>
            <a:headEnd type="oval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ounded Rectangle 41">
                <a:extLst>
                  <a:ext uri="{FF2B5EF4-FFF2-40B4-BE49-F238E27FC236}">
                    <a16:creationId xmlns:a16="http://schemas.microsoft.com/office/drawing/2014/main" id="{882328C5-A8F9-21A4-F531-4AD5031A2797}"/>
                  </a:ext>
                </a:extLst>
              </p:cNvPr>
              <p:cNvSpPr/>
              <p:nvPr/>
            </p:nvSpPr>
            <p:spPr>
              <a:xfrm>
                <a:off x="3060670" y="1919983"/>
                <a:ext cx="504143" cy="367220"/>
              </a:xfrm>
              <a:prstGeom prst="round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𝜙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Rounded Rectangle 41">
                <a:extLst>
                  <a:ext uri="{FF2B5EF4-FFF2-40B4-BE49-F238E27FC236}">
                    <a16:creationId xmlns:a16="http://schemas.microsoft.com/office/drawing/2014/main" id="{882328C5-A8F9-21A4-F531-4AD5031A27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0670" y="1919983"/>
                <a:ext cx="504143" cy="367220"/>
              </a:xfrm>
              <a:prstGeom prst="roundRect">
                <a:avLst/>
              </a:prstGeom>
              <a:blipFill>
                <a:blip r:embed="rId3"/>
                <a:stretch>
                  <a:fillRect l="-6024" r="-10843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25">
            <a:extLst>
              <a:ext uri="{FF2B5EF4-FFF2-40B4-BE49-F238E27FC236}">
                <a16:creationId xmlns:a16="http://schemas.microsoft.com/office/drawing/2014/main" id="{136845BE-C4BE-CEDF-A466-464685D9800A}"/>
              </a:ext>
            </a:extLst>
          </p:cNvPr>
          <p:cNvSpPr/>
          <p:nvPr/>
        </p:nvSpPr>
        <p:spPr>
          <a:xfrm>
            <a:off x="4627215" y="2386024"/>
            <a:ext cx="948241" cy="27092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Pitch PID</a:t>
            </a:r>
          </a:p>
        </p:txBody>
      </p:sp>
      <p:sp>
        <p:nvSpPr>
          <p:cNvPr id="17" name="Rounded Rectangle 25">
            <a:extLst>
              <a:ext uri="{FF2B5EF4-FFF2-40B4-BE49-F238E27FC236}">
                <a16:creationId xmlns:a16="http://schemas.microsoft.com/office/drawing/2014/main" id="{ADD16592-3E9B-6D95-44C0-19E4C0590584}"/>
              </a:ext>
            </a:extLst>
          </p:cNvPr>
          <p:cNvSpPr/>
          <p:nvPr/>
        </p:nvSpPr>
        <p:spPr>
          <a:xfrm>
            <a:off x="5278504" y="2769953"/>
            <a:ext cx="948241" cy="27092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Yaw PID</a:t>
            </a:r>
          </a:p>
        </p:txBody>
      </p:sp>
      <p:sp>
        <p:nvSpPr>
          <p:cNvPr id="21" name="Rounded Rectangle 25">
            <a:extLst>
              <a:ext uri="{FF2B5EF4-FFF2-40B4-BE49-F238E27FC236}">
                <a16:creationId xmlns:a16="http://schemas.microsoft.com/office/drawing/2014/main" id="{CDBC89C0-7546-3FF5-7982-B5736530F6C4}"/>
              </a:ext>
            </a:extLst>
          </p:cNvPr>
          <p:cNvSpPr/>
          <p:nvPr/>
        </p:nvSpPr>
        <p:spPr>
          <a:xfrm>
            <a:off x="6450659" y="3242185"/>
            <a:ext cx="1121328" cy="27092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Altitude GRU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27EE8BE4-09DB-75FA-BE32-2255E932A3AC}"/>
                  </a:ext>
                </a:extLst>
              </p:cNvPr>
              <p:cNvSpPr txBox="1"/>
              <p:nvPr/>
            </p:nvSpPr>
            <p:spPr>
              <a:xfrm>
                <a:off x="7490801" y="1862408"/>
                <a:ext cx="552652" cy="27667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27EE8BE4-09DB-75FA-BE32-2255E932A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0801" y="1862408"/>
                <a:ext cx="552652" cy="276679"/>
              </a:xfrm>
              <a:prstGeom prst="rect">
                <a:avLst/>
              </a:prstGeom>
              <a:blipFill>
                <a:blip r:embed="rId4"/>
                <a:stretch>
                  <a:fillRect b="-444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A4AC1EC7-7DD3-14BA-D609-B6A7AEE52CD4}"/>
                  </a:ext>
                </a:extLst>
              </p:cNvPr>
              <p:cNvSpPr txBox="1"/>
              <p:nvPr/>
            </p:nvSpPr>
            <p:spPr>
              <a:xfrm>
                <a:off x="7505292" y="3128782"/>
                <a:ext cx="574520" cy="2616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A4AC1EC7-7DD3-14BA-D609-B6A7AEE52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5292" y="3128782"/>
                <a:ext cx="574520" cy="261610"/>
              </a:xfrm>
              <a:prstGeom prst="rect">
                <a:avLst/>
              </a:prstGeom>
              <a:blipFill>
                <a:blip r:embed="rId5"/>
                <a:stretch>
                  <a:fillRect b="-697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95D0C96C-84A5-2C97-9261-A18D03ABFDD4}"/>
                  </a:ext>
                </a:extLst>
              </p:cNvPr>
              <p:cNvSpPr txBox="1"/>
              <p:nvPr/>
            </p:nvSpPr>
            <p:spPr>
              <a:xfrm>
                <a:off x="3922277" y="2220146"/>
                <a:ext cx="561116" cy="27667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95D0C96C-84A5-2C97-9261-A18D03ABF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2277" y="2220146"/>
                <a:ext cx="561116" cy="276679"/>
              </a:xfrm>
              <a:prstGeom prst="rect">
                <a:avLst/>
              </a:prstGeom>
              <a:blipFill>
                <a:blip r:embed="rId6"/>
                <a:stretch>
                  <a:fillRect b="-217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85AE96C-D639-C4C9-9138-87A63B10E577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3632275" y="2902482"/>
            <a:ext cx="1646229" cy="2934"/>
          </a:xfrm>
          <a:prstGeom prst="straightConnector1">
            <a:avLst/>
          </a:prstGeom>
          <a:ln w="19050" cmpd="sng">
            <a:solidFill>
              <a:schemeClr val="tx1"/>
            </a:solidFill>
            <a:headEnd type="oval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044FB60-C900-E43A-CAE8-71307CB43F5E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3661934" y="2516459"/>
            <a:ext cx="965282" cy="5029"/>
          </a:xfrm>
          <a:prstGeom prst="straightConnector1">
            <a:avLst/>
          </a:prstGeom>
          <a:ln w="19050" cmpd="sng">
            <a:solidFill>
              <a:schemeClr val="tx1"/>
            </a:solidFill>
            <a:headEnd type="oval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8F101EE-B41F-D780-9F2E-FB34107EFE5D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3660176" y="2118124"/>
            <a:ext cx="313416" cy="1218"/>
          </a:xfrm>
          <a:prstGeom prst="straightConnector1">
            <a:avLst/>
          </a:prstGeom>
          <a:ln w="19050" cmpd="sng">
            <a:solidFill>
              <a:schemeClr val="tx1"/>
            </a:solidFill>
            <a:headEnd type="oval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01B60090-ABC0-324B-75C4-552EE1EAFD40}"/>
              </a:ext>
            </a:extLst>
          </p:cNvPr>
          <p:cNvCxnSpPr>
            <a:cxnSpLocks/>
            <a:stCxn id="48" idx="3"/>
            <a:endCxn id="17" idx="2"/>
          </p:cNvCxnSpPr>
          <p:nvPr/>
        </p:nvCxnSpPr>
        <p:spPr>
          <a:xfrm flipH="1">
            <a:off x="5752625" y="2788392"/>
            <a:ext cx="3238534" cy="252487"/>
          </a:xfrm>
          <a:prstGeom prst="bentConnector4">
            <a:avLst>
              <a:gd name="adj1" fmla="val -7059"/>
              <a:gd name="adj2" fmla="val 451378"/>
            </a:avLst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DEAED81C-0138-8B5A-3899-00C44FE460CF}"/>
              </a:ext>
            </a:extLst>
          </p:cNvPr>
          <p:cNvCxnSpPr>
            <a:cxnSpLocks/>
            <a:stCxn id="48" idx="3"/>
            <a:endCxn id="9" idx="2"/>
          </p:cNvCxnSpPr>
          <p:nvPr/>
        </p:nvCxnSpPr>
        <p:spPr>
          <a:xfrm flipH="1" flipV="1">
            <a:off x="5101336" y="2656950"/>
            <a:ext cx="3889823" cy="131442"/>
          </a:xfrm>
          <a:prstGeom prst="bentConnector4">
            <a:avLst>
              <a:gd name="adj1" fmla="val -5877"/>
              <a:gd name="adj2" fmla="val -867052"/>
            </a:avLst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6FF19A7B-CD4C-7452-20D4-DDC245F9872C}"/>
              </a:ext>
            </a:extLst>
          </p:cNvPr>
          <p:cNvCxnSpPr>
            <a:cxnSpLocks/>
            <a:stCxn id="48" idx="3"/>
            <a:endCxn id="26" idx="2"/>
          </p:cNvCxnSpPr>
          <p:nvPr/>
        </p:nvCxnSpPr>
        <p:spPr>
          <a:xfrm flipH="1" flipV="1">
            <a:off x="4447713" y="2254805"/>
            <a:ext cx="4543446" cy="533587"/>
          </a:xfrm>
          <a:prstGeom prst="bentConnector4">
            <a:avLst>
              <a:gd name="adj1" fmla="val -5031"/>
              <a:gd name="adj2" fmla="val -213587"/>
            </a:avLst>
          </a:prstGeom>
          <a:ln w="19050">
            <a:headEnd type="none"/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531C472E-79C9-902A-0596-D1DBC0D27A46}"/>
              </a:ext>
            </a:extLst>
          </p:cNvPr>
          <p:cNvSpPr/>
          <p:nvPr/>
        </p:nvSpPr>
        <p:spPr>
          <a:xfrm>
            <a:off x="6060916" y="3311805"/>
            <a:ext cx="135463" cy="135463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sz="1200" dirty="0">
              <a:solidFill>
                <a:prstClr val="white"/>
              </a:solidFill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C074D47-A092-54F3-BDE9-721B2B75F298}"/>
              </a:ext>
            </a:extLst>
          </p:cNvPr>
          <p:cNvCxnSpPr>
            <a:cxnSpLocks/>
            <a:stCxn id="32" idx="6"/>
            <a:endCxn id="21" idx="1"/>
          </p:cNvCxnSpPr>
          <p:nvPr/>
        </p:nvCxnSpPr>
        <p:spPr>
          <a:xfrm flipV="1">
            <a:off x="6196379" y="3377648"/>
            <a:ext cx="254280" cy="1889"/>
          </a:xfrm>
          <a:prstGeom prst="straightConnector1">
            <a:avLst/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D9FFB37-541A-EEE2-0EAB-56B5A58D8925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7571987" y="3377648"/>
            <a:ext cx="456349" cy="0"/>
          </a:xfrm>
          <a:prstGeom prst="straightConnector1">
            <a:avLst/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EC9CE840-C49D-E6D2-F71E-25AE5BF2C100}"/>
              </a:ext>
            </a:extLst>
          </p:cNvPr>
          <p:cNvCxnSpPr>
            <a:cxnSpLocks/>
            <a:stCxn id="48" idx="3"/>
            <a:endCxn id="32" idx="4"/>
          </p:cNvCxnSpPr>
          <p:nvPr/>
        </p:nvCxnSpPr>
        <p:spPr>
          <a:xfrm flipH="1">
            <a:off x="6128648" y="2788392"/>
            <a:ext cx="2862511" cy="658876"/>
          </a:xfrm>
          <a:prstGeom prst="bentConnector4">
            <a:avLst>
              <a:gd name="adj1" fmla="val -7986"/>
              <a:gd name="adj2" fmla="val 172972"/>
            </a:avLst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5574C2-2355-E55E-1CE1-863723F1A4F9}"/>
                  </a:ext>
                </a:extLst>
              </p:cNvPr>
              <p:cNvSpPr txBox="1"/>
              <p:nvPr/>
            </p:nvSpPr>
            <p:spPr>
              <a:xfrm>
                <a:off x="5692959" y="3478438"/>
                <a:ext cx="537135" cy="2616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5574C2-2355-E55E-1CE1-863723F1A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2959" y="3478438"/>
                <a:ext cx="537135" cy="261610"/>
              </a:xfrm>
              <a:prstGeom prst="rect">
                <a:avLst/>
              </a:prstGeom>
              <a:blipFill>
                <a:blip r:embed="rId7"/>
                <a:stretch>
                  <a:fillRect b="-4651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8C21623-D4EE-44CF-4FC9-67320647575F}"/>
              </a:ext>
            </a:extLst>
          </p:cNvPr>
          <p:cNvCxnSpPr>
            <a:stCxn id="26" idx="3"/>
          </p:cNvCxnSpPr>
          <p:nvPr/>
        </p:nvCxnSpPr>
        <p:spPr>
          <a:xfrm flipV="1">
            <a:off x="4921834" y="2118124"/>
            <a:ext cx="3107126" cy="1218"/>
          </a:xfrm>
          <a:prstGeom prst="straightConnector1">
            <a:avLst/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CC93C92-42A0-C969-F782-3E0B1F1D5237}"/>
              </a:ext>
            </a:extLst>
          </p:cNvPr>
          <p:cNvCxnSpPr>
            <a:stCxn id="9" idx="3"/>
          </p:cNvCxnSpPr>
          <p:nvPr/>
        </p:nvCxnSpPr>
        <p:spPr>
          <a:xfrm>
            <a:off x="5575456" y="2521487"/>
            <a:ext cx="2453503" cy="0"/>
          </a:xfrm>
          <a:prstGeom prst="straightConnector1">
            <a:avLst/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5713C62-B4A2-5C84-EB1F-BFFF69E85CD2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6226745" y="2905416"/>
            <a:ext cx="1802214" cy="7303"/>
          </a:xfrm>
          <a:prstGeom prst="straightConnector1">
            <a:avLst/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BD03E31-69EE-FB31-D016-8F2E152FC382}"/>
                  </a:ext>
                </a:extLst>
              </p:cNvPr>
              <p:cNvSpPr txBox="1"/>
              <p:nvPr/>
            </p:nvSpPr>
            <p:spPr>
              <a:xfrm>
                <a:off x="7505292" y="2274550"/>
                <a:ext cx="540661" cy="2616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BD03E31-69EE-FB31-D016-8F2E152FC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5292" y="2274550"/>
                <a:ext cx="540661" cy="261610"/>
              </a:xfrm>
              <a:prstGeom prst="rect">
                <a:avLst/>
              </a:prstGeom>
              <a:blipFill>
                <a:blip r:embed="rId8"/>
                <a:stretch>
                  <a:fillRect b="-697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E110383-CCB3-0E77-3DED-C2F44278F903}"/>
                  </a:ext>
                </a:extLst>
              </p:cNvPr>
              <p:cNvSpPr txBox="1"/>
              <p:nvPr/>
            </p:nvSpPr>
            <p:spPr>
              <a:xfrm>
                <a:off x="7485643" y="2668491"/>
                <a:ext cx="555152" cy="27667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sub>
                      </m:sSub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E110383-CCB3-0E77-3DED-C2F44278F9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5643" y="2668491"/>
                <a:ext cx="555152" cy="276679"/>
              </a:xfrm>
              <a:prstGeom prst="rect">
                <a:avLst/>
              </a:prstGeom>
              <a:blipFill>
                <a:blip r:embed="rId9"/>
                <a:stretch>
                  <a:fillRect b="-444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ounded Rectangle 41">
                <a:extLst>
                  <a:ext uri="{FF2B5EF4-FFF2-40B4-BE49-F238E27FC236}">
                    <a16:creationId xmlns:a16="http://schemas.microsoft.com/office/drawing/2014/main" id="{D9970959-BE23-CB56-6652-198A3D677777}"/>
                  </a:ext>
                </a:extLst>
              </p:cNvPr>
              <p:cNvSpPr/>
              <p:nvPr/>
            </p:nvSpPr>
            <p:spPr>
              <a:xfrm>
                <a:off x="3061613" y="2324472"/>
                <a:ext cx="504143" cy="367220"/>
              </a:xfrm>
              <a:prstGeom prst="round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Rounded Rectangle 41">
                <a:extLst>
                  <a:ext uri="{FF2B5EF4-FFF2-40B4-BE49-F238E27FC236}">
                    <a16:creationId xmlns:a16="http://schemas.microsoft.com/office/drawing/2014/main" id="{D9970959-BE23-CB56-6652-198A3D6777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1613" y="2324472"/>
                <a:ext cx="504143" cy="367220"/>
              </a:xfrm>
              <a:prstGeom prst="roundRect">
                <a:avLst/>
              </a:prstGeom>
              <a:blipFill>
                <a:blip r:embed="rId10"/>
                <a:stretch>
                  <a:fillRect l="-4819" r="-843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ounded Rectangle 41">
                <a:extLst>
                  <a:ext uri="{FF2B5EF4-FFF2-40B4-BE49-F238E27FC236}">
                    <a16:creationId xmlns:a16="http://schemas.microsoft.com/office/drawing/2014/main" id="{9111DF5C-8F4C-5766-0953-696380ECC9C0}"/>
                  </a:ext>
                </a:extLst>
              </p:cNvPr>
              <p:cNvSpPr/>
              <p:nvPr/>
            </p:nvSpPr>
            <p:spPr>
              <a:xfrm>
                <a:off x="3067628" y="2718872"/>
                <a:ext cx="504143" cy="367220"/>
              </a:xfrm>
              <a:prstGeom prst="round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𝜓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Rounded Rectangle 41">
                <a:extLst>
                  <a:ext uri="{FF2B5EF4-FFF2-40B4-BE49-F238E27FC236}">
                    <a16:creationId xmlns:a16="http://schemas.microsoft.com/office/drawing/2014/main" id="{9111DF5C-8F4C-5766-0953-696380ECC9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7628" y="2718872"/>
                <a:ext cx="504143" cy="367220"/>
              </a:xfrm>
              <a:prstGeom prst="roundRect">
                <a:avLst/>
              </a:prstGeom>
              <a:blipFill>
                <a:blip r:embed="rId11"/>
                <a:stretch>
                  <a:fillRect l="-6024" r="-10843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ounded Rectangle 41">
                <a:extLst>
                  <a:ext uri="{FF2B5EF4-FFF2-40B4-BE49-F238E27FC236}">
                    <a16:creationId xmlns:a16="http://schemas.microsoft.com/office/drawing/2014/main" id="{74C5498A-1200-6B33-5F46-D341D926E21F}"/>
                  </a:ext>
                </a:extLst>
              </p:cNvPr>
              <p:cNvSpPr/>
              <p:nvPr/>
            </p:nvSpPr>
            <p:spPr>
              <a:xfrm>
                <a:off x="3075666" y="3150751"/>
                <a:ext cx="504143" cy="367220"/>
              </a:xfrm>
              <a:prstGeom prst="round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𝑧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Rounded Rectangle 41">
                <a:extLst>
                  <a:ext uri="{FF2B5EF4-FFF2-40B4-BE49-F238E27FC236}">
                    <a16:creationId xmlns:a16="http://schemas.microsoft.com/office/drawing/2014/main" id="{74C5498A-1200-6B33-5F46-D341D926E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5666" y="3150751"/>
                <a:ext cx="504143" cy="367220"/>
              </a:xfrm>
              <a:prstGeom prst="roundRect">
                <a:avLst/>
              </a:prstGeom>
              <a:blipFill>
                <a:blip r:embed="rId12"/>
                <a:stretch>
                  <a:fillRect l="-3659" r="-731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A651173-11D1-A243-6C2B-978C0D1C86FC}"/>
                  </a:ext>
                </a:extLst>
              </p:cNvPr>
              <p:cNvSpPr txBox="1"/>
              <p:nvPr/>
            </p:nvSpPr>
            <p:spPr>
              <a:xfrm>
                <a:off x="4595079" y="2599780"/>
                <a:ext cx="549125" cy="2616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A651173-11D1-A243-6C2B-978C0D1C86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5079" y="2599780"/>
                <a:ext cx="549125" cy="261610"/>
              </a:xfrm>
              <a:prstGeom prst="rect">
                <a:avLst/>
              </a:prstGeom>
              <a:blipFill>
                <a:blip r:embed="rId13"/>
                <a:stretch>
                  <a:fillRect b="-697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5A51AD4-43C7-5630-87F0-D2EEE114B1E8}"/>
                  </a:ext>
                </a:extLst>
              </p:cNvPr>
              <p:cNvSpPr txBox="1"/>
              <p:nvPr/>
            </p:nvSpPr>
            <p:spPr>
              <a:xfrm>
                <a:off x="5225740" y="3006370"/>
                <a:ext cx="563616" cy="27667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5A51AD4-43C7-5630-87F0-D2EEE114B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5740" y="3006370"/>
                <a:ext cx="563616" cy="276679"/>
              </a:xfrm>
              <a:prstGeom prst="rect">
                <a:avLst/>
              </a:prstGeom>
              <a:blipFill>
                <a:blip r:embed="rId14"/>
                <a:stretch>
                  <a:fillRect b="-217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A8064EF-08F4-E391-CD42-D64D7D63DDF0}"/>
                  </a:ext>
                </a:extLst>
              </p:cNvPr>
              <p:cNvSpPr txBox="1"/>
              <p:nvPr/>
            </p:nvSpPr>
            <p:spPr>
              <a:xfrm>
                <a:off x="6667722" y="3560671"/>
                <a:ext cx="417550" cy="22313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5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8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8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8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A8064EF-08F4-E391-CD42-D64D7D63D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722" y="3560671"/>
                <a:ext cx="417550" cy="22313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D9258EA-64CE-EC81-BED7-993D5A69C114}"/>
                  </a:ext>
                </a:extLst>
              </p:cNvPr>
              <p:cNvSpPr txBox="1"/>
              <p:nvPr/>
            </p:nvSpPr>
            <p:spPr>
              <a:xfrm>
                <a:off x="5780978" y="3139781"/>
                <a:ext cx="319318" cy="2616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AE" sz="1100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D9258EA-64CE-EC81-BED7-993D5A69C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0978" y="3139781"/>
                <a:ext cx="319318" cy="2616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378A793-044B-1B4D-2D5A-C3813B5EE7B7}"/>
                  </a:ext>
                </a:extLst>
              </p:cNvPr>
              <p:cNvSpPr txBox="1"/>
              <p:nvPr/>
            </p:nvSpPr>
            <p:spPr>
              <a:xfrm>
                <a:off x="5824735" y="3357682"/>
                <a:ext cx="319318" cy="2616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AE" sz="1100" dirty="0"/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378A793-044B-1B4D-2D5A-C3813B5EE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4735" y="3357682"/>
                <a:ext cx="319318" cy="2616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Oval 61">
            <a:extLst>
              <a:ext uri="{FF2B5EF4-FFF2-40B4-BE49-F238E27FC236}">
                <a16:creationId xmlns:a16="http://schemas.microsoft.com/office/drawing/2014/main" id="{123D2073-B017-0FB7-F773-68DD78BEE98C}"/>
              </a:ext>
            </a:extLst>
          </p:cNvPr>
          <p:cNvSpPr/>
          <p:nvPr/>
        </p:nvSpPr>
        <p:spPr>
          <a:xfrm>
            <a:off x="6108053" y="3907631"/>
            <a:ext cx="36000" cy="36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6D5989D1-937B-82D7-4D2B-155937769DFB}"/>
              </a:ext>
            </a:extLst>
          </p:cNvPr>
          <p:cNvSpPr/>
          <p:nvPr/>
        </p:nvSpPr>
        <p:spPr>
          <a:xfrm>
            <a:off x="5734624" y="3907631"/>
            <a:ext cx="36000" cy="36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484F73E4-CA64-7E5A-5496-878EA8E0714B}"/>
              </a:ext>
            </a:extLst>
          </p:cNvPr>
          <p:cNvSpPr/>
          <p:nvPr/>
        </p:nvSpPr>
        <p:spPr>
          <a:xfrm>
            <a:off x="5083335" y="3907631"/>
            <a:ext cx="36000" cy="36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C538ED3-E356-BECE-D5C1-8C01586AB3E3}"/>
                  </a:ext>
                </a:extLst>
              </p:cNvPr>
              <p:cNvSpPr txBox="1"/>
              <p:nvPr/>
            </p:nvSpPr>
            <p:spPr>
              <a:xfrm>
                <a:off x="6048103" y="3093089"/>
                <a:ext cx="498213" cy="246221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C538ED3-E356-BECE-D5C1-8C01586AB3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8103" y="3093089"/>
                <a:ext cx="498213" cy="24622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093C7E6E-0243-A852-9933-98A5EF267DE7}"/>
              </a:ext>
            </a:extLst>
          </p:cNvPr>
          <p:cNvCxnSpPr>
            <a:cxnSpLocks/>
            <a:stCxn id="49" idx="3"/>
            <a:endCxn id="21" idx="2"/>
          </p:cNvCxnSpPr>
          <p:nvPr/>
        </p:nvCxnSpPr>
        <p:spPr>
          <a:xfrm flipH="1">
            <a:off x="7011323" y="2782792"/>
            <a:ext cx="1996242" cy="730319"/>
          </a:xfrm>
          <a:prstGeom prst="bentConnector4">
            <a:avLst>
              <a:gd name="adj1" fmla="val -10554"/>
              <a:gd name="adj2" fmla="val 155851"/>
            </a:avLst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9056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5A52A-C25F-36C2-1F66-4239113BA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88E1A83-8313-F057-A2A1-56D8600EB456}"/>
              </a:ext>
            </a:extLst>
          </p:cNvPr>
          <p:cNvSpPr/>
          <p:nvPr/>
        </p:nvSpPr>
        <p:spPr>
          <a:xfrm>
            <a:off x="3973592" y="1983879"/>
            <a:ext cx="948241" cy="27092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 GRU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50F5CFE8-1AF8-9BB3-7450-3EE1C31B2952}"/>
              </a:ext>
            </a:extLst>
          </p:cNvPr>
          <p:cNvSpPr/>
          <p:nvPr/>
        </p:nvSpPr>
        <p:spPr>
          <a:xfrm>
            <a:off x="8028961" y="1877322"/>
            <a:ext cx="962198" cy="182214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8E5E60D-AC89-D008-34CB-1AEF5508A444}"/>
              </a:ext>
            </a:extLst>
          </p:cNvPr>
          <p:cNvSpPr txBox="1"/>
          <p:nvPr/>
        </p:nvSpPr>
        <p:spPr>
          <a:xfrm>
            <a:off x="8040795" y="2551959"/>
            <a:ext cx="966770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Quadrotor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Dynamics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EC5D1C5-499C-45B8-CA1C-1778402943B3}"/>
              </a:ext>
            </a:extLst>
          </p:cNvPr>
          <p:cNvCxnSpPr>
            <a:cxnSpLocks/>
            <a:endCxn id="32" idx="2"/>
          </p:cNvCxnSpPr>
          <p:nvPr/>
        </p:nvCxnSpPr>
        <p:spPr>
          <a:xfrm>
            <a:off x="3629701" y="3367999"/>
            <a:ext cx="2431215" cy="11537"/>
          </a:xfrm>
          <a:prstGeom prst="straightConnector1">
            <a:avLst/>
          </a:prstGeom>
          <a:ln w="19050" cmpd="sng">
            <a:solidFill>
              <a:schemeClr val="tx1"/>
            </a:solidFill>
            <a:headEnd type="oval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ounded Rectangle 41">
                <a:extLst>
                  <a:ext uri="{FF2B5EF4-FFF2-40B4-BE49-F238E27FC236}">
                    <a16:creationId xmlns:a16="http://schemas.microsoft.com/office/drawing/2014/main" id="{73C535CD-5040-04E8-6AC1-6E19F7A13D11}"/>
                  </a:ext>
                </a:extLst>
              </p:cNvPr>
              <p:cNvSpPr/>
              <p:nvPr/>
            </p:nvSpPr>
            <p:spPr>
              <a:xfrm>
                <a:off x="3060670" y="1919983"/>
                <a:ext cx="504143" cy="367220"/>
              </a:xfrm>
              <a:prstGeom prst="round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𝜙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Rounded Rectangle 41">
                <a:extLst>
                  <a:ext uri="{FF2B5EF4-FFF2-40B4-BE49-F238E27FC236}">
                    <a16:creationId xmlns:a16="http://schemas.microsoft.com/office/drawing/2014/main" id="{73C535CD-5040-04E8-6AC1-6E19F7A13D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0670" y="1919983"/>
                <a:ext cx="504143" cy="367220"/>
              </a:xfrm>
              <a:prstGeom prst="roundRect">
                <a:avLst/>
              </a:prstGeom>
              <a:blipFill>
                <a:blip r:embed="rId3"/>
                <a:stretch>
                  <a:fillRect l="-6024" r="-10843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25">
            <a:extLst>
              <a:ext uri="{FF2B5EF4-FFF2-40B4-BE49-F238E27FC236}">
                <a16:creationId xmlns:a16="http://schemas.microsoft.com/office/drawing/2014/main" id="{8A98039B-09AB-5A25-54BD-8687FEC66B04}"/>
              </a:ext>
            </a:extLst>
          </p:cNvPr>
          <p:cNvSpPr/>
          <p:nvPr/>
        </p:nvSpPr>
        <p:spPr>
          <a:xfrm>
            <a:off x="4627215" y="2386024"/>
            <a:ext cx="948241" cy="27092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Pitch GRU</a:t>
            </a:r>
          </a:p>
        </p:txBody>
      </p:sp>
      <p:sp>
        <p:nvSpPr>
          <p:cNvPr id="17" name="Rounded Rectangle 25">
            <a:extLst>
              <a:ext uri="{FF2B5EF4-FFF2-40B4-BE49-F238E27FC236}">
                <a16:creationId xmlns:a16="http://schemas.microsoft.com/office/drawing/2014/main" id="{4DBBEC41-8B6E-8948-1565-4ED5FD589C57}"/>
              </a:ext>
            </a:extLst>
          </p:cNvPr>
          <p:cNvSpPr/>
          <p:nvPr/>
        </p:nvSpPr>
        <p:spPr>
          <a:xfrm>
            <a:off x="5278504" y="2769953"/>
            <a:ext cx="948241" cy="27092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Yaw GRU</a:t>
            </a:r>
          </a:p>
        </p:txBody>
      </p:sp>
      <p:sp>
        <p:nvSpPr>
          <p:cNvPr id="21" name="Rounded Rectangle 25">
            <a:extLst>
              <a:ext uri="{FF2B5EF4-FFF2-40B4-BE49-F238E27FC236}">
                <a16:creationId xmlns:a16="http://schemas.microsoft.com/office/drawing/2014/main" id="{463D1910-4FAF-E6C9-B448-CECA5A2F58D8}"/>
              </a:ext>
            </a:extLst>
          </p:cNvPr>
          <p:cNvSpPr/>
          <p:nvPr/>
        </p:nvSpPr>
        <p:spPr>
          <a:xfrm>
            <a:off x="6450659" y="3242185"/>
            <a:ext cx="1121328" cy="27092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Altitude GRU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C44E9B83-004B-A865-B961-B35604944AB3}"/>
                  </a:ext>
                </a:extLst>
              </p:cNvPr>
              <p:cNvSpPr txBox="1"/>
              <p:nvPr/>
            </p:nvSpPr>
            <p:spPr>
              <a:xfrm>
                <a:off x="7490801" y="1862408"/>
                <a:ext cx="552652" cy="27667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C44E9B83-004B-A865-B961-B35604944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0801" y="1862408"/>
                <a:ext cx="552652" cy="276679"/>
              </a:xfrm>
              <a:prstGeom prst="rect">
                <a:avLst/>
              </a:prstGeom>
              <a:blipFill>
                <a:blip r:embed="rId4"/>
                <a:stretch>
                  <a:fillRect b="-444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3234EB84-DD8D-6CE7-E1A9-B00B85D65D85}"/>
                  </a:ext>
                </a:extLst>
              </p:cNvPr>
              <p:cNvSpPr txBox="1"/>
              <p:nvPr/>
            </p:nvSpPr>
            <p:spPr>
              <a:xfrm>
                <a:off x="7505292" y="3128782"/>
                <a:ext cx="574520" cy="2616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3234EB84-DD8D-6CE7-E1A9-B00B85D65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5292" y="3128782"/>
                <a:ext cx="574520" cy="261610"/>
              </a:xfrm>
              <a:prstGeom prst="rect">
                <a:avLst/>
              </a:prstGeom>
              <a:blipFill>
                <a:blip r:embed="rId5"/>
                <a:stretch>
                  <a:fillRect b="-697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82E89A71-6218-A845-B880-46636CC12FD3}"/>
                  </a:ext>
                </a:extLst>
              </p:cNvPr>
              <p:cNvSpPr txBox="1"/>
              <p:nvPr/>
            </p:nvSpPr>
            <p:spPr>
              <a:xfrm>
                <a:off x="3919071" y="2220146"/>
                <a:ext cx="567528" cy="27667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82E89A71-6218-A845-B880-46636CC12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071" y="2220146"/>
                <a:ext cx="567528" cy="276679"/>
              </a:xfrm>
              <a:prstGeom prst="rect">
                <a:avLst/>
              </a:prstGeom>
              <a:blipFill>
                <a:blip r:embed="rId6"/>
                <a:stretch>
                  <a:fillRect b="-217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1AAACC9-2F80-FED0-6E3B-16140132457F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3632275" y="2902482"/>
            <a:ext cx="1646229" cy="2934"/>
          </a:xfrm>
          <a:prstGeom prst="straightConnector1">
            <a:avLst/>
          </a:prstGeom>
          <a:ln w="19050" cmpd="sng">
            <a:solidFill>
              <a:schemeClr val="tx1"/>
            </a:solidFill>
            <a:headEnd type="oval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9F3B6B5-D25E-56F7-9F91-238EB6614D2B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3661934" y="2516459"/>
            <a:ext cx="965282" cy="5029"/>
          </a:xfrm>
          <a:prstGeom prst="straightConnector1">
            <a:avLst/>
          </a:prstGeom>
          <a:ln w="19050" cmpd="sng">
            <a:solidFill>
              <a:schemeClr val="tx1"/>
            </a:solidFill>
            <a:headEnd type="oval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10282B9-BAB7-44DE-50CB-B6086AEC4585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3660176" y="2118124"/>
            <a:ext cx="313416" cy="1218"/>
          </a:xfrm>
          <a:prstGeom prst="straightConnector1">
            <a:avLst/>
          </a:prstGeom>
          <a:ln w="19050" cmpd="sng">
            <a:solidFill>
              <a:schemeClr val="tx1"/>
            </a:solidFill>
            <a:headEnd type="oval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E64D30E4-703F-D77D-3004-4B4C87067813}"/>
              </a:ext>
            </a:extLst>
          </p:cNvPr>
          <p:cNvCxnSpPr>
            <a:cxnSpLocks/>
            <a:stCxn id="48" idx="3"/>
            <a:endCxn id="17" idx="2"/>
          </p:cNvCxnSpPr>
          <p:nvPr/>
        </p:nvCxnSpPr>
        <p:spPr>
          <a:xfrm flipH="1">
            <a:off x="5752625" y="2788392"/>
            <a:ext cx="3238534" cy="252487"/>
          </a:xfrm>
          <a:prstGeom prst="bentConnector4">
            <a:avLst>
              <a:gd name="adj1" fmla="val -7059"/>
              <a:gd name="adj2" fmla="val 451378"/>
            </a:avLst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4D4F2BBF-8DB4-3579-B5D3-B8CD913E75FE}"/>
              </a:ext>
            </a:extLst>
          </p:cNvPr>
          <p:cNvCxnSpPr>
            <a:cxnSpLocks/>
            <a:stCxn id="48" idx="3"/>
            <a:endCxn id="9" idx="2"/>
          </p:cNvCxnSpPr>
          <p:nvPr/>
        </p:nvCxnSpPr>
        <p:spPr>
          <a:xfrm flipH="1" flipV="1">
            <a:off x="5101336" y="2656950"/>
            <a:ext cx="3889823" cy="131442"/>
          </a:xfrm>
          <a:prstGeom prst="bentConnector4">
            <a:avLst>
              <a:gd name="adj1" fmla="val -5877"/>
              <a:gd name="adj2" fmla="val -867052"/>
            </a:avLst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DED436B2-D26D-2AC5-FC42-7F7C153CB815}"/>
              </a:ext>
            </a:extLst>
          </p:cNvPr>
          <p:cNvCxnSpPr>
            <a:cxnSpLocks/>
            <a:stCxn id="48" idx="3"/>
            <a:endCxn id="26" idx="2"/>
          </p:cNvCxnSpPr>
          <p:nvPr/>
        </p:nvCxnSpPr>
        <p:spPr>
          <a:xfrm flipH="1" flipV="1">
            <a:off x="4447713" y="2254805"/>
            <a:ext cx="4543446" cy="533587"/>
          </a:xfrm>
          <a:prstGeom prst="bentConnector4">
            <a:avLst>
              <a:gd name="adj1" fmla="val -5031"/>
              <a:gd name="adj2" fmla="val -213587"/>
            </a:avLst>
          </a:prstGeom>
          <a:ln w="19050">
            <a:headEnd type="none"/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B51C430E-FB15-C6C2-6F60-C596469CF608}"/>
              </a:ext>
            </a:extLst>
          </p:cNvPr>
          <p:cNvSpPr/>
          <p:nvPr/>
        </p:nvSpPr>
        <p:spPr>
          <a:xfrm>
            <a:off x="6060916" y="3311805"/>
            <a:ext cx="135463" cy="135463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sz="1200" dirty="0">
              <a:solidFill>
                <a:prstClr val="white"/>
              </a:solidFill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D517AB2-7D2F-B69E-F959-8581B2D4CC81}"/>
              </a:ext>
            </a:extLst>
          </p:cNvPr>
          <p:cNvCxnSpPr>
            <a:cxnSpLocks/>
            <a:stCxn id="32" idx="6"/>
            <a:endCxn id="21" idx="1"/>
          </p:cNvCxnSpPr>
          <p:nvPr/>
        </p:nvCxnSpPr>
        <p:spPr>
          <a:xfrm flipV="1">
            <a:off x="6196379" y="3377648"/>
            <a:ext cx="254280" cy="1889"/>
          </a:xfrm>
          <a:prstGeom prst="straightConnector1">
            <a:avLst/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FF7395A-014D-2B41-215D-BB5461AEA6E7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7571987" y="3377648"/>
            <a:ext cx="456349" cy="0"/>
          </a:xfrm>
          <a:prstGeom prst="straightConnector1">
            <a:avLst/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19FBFAED-EF90-C489-49CE-9C9B86A41028}"/>
              </a:ext>
            </a:extLst>
          </p:cNvPr>
          <p:cNvCxnSpPr>
            <a:cxnSpLocks/>
            <a:stCxn id="48" idx="3"/>
            <a:endCxn id="32" idx="4"/>
          </p:cNvCxnSpPr>
          <p:nvPr/>
        </p:nvCxnSpPr>
        <p:spPr>
          <a:xfrm flipH="1">
            <a:off x="6128648" y="2788392"/>
            <a:ext cx="2862511" cy="658876"/>
          </a:xfrm>
          <a:prstGeom prst="bentConnector4">
            <a:avLst>
              <a:gd name="adj1" fmla="val -7986"/>
              <a:gd name="adj2" fmla="val 172972"/>
            </a:avLst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220A4DF-2F12-3479-E242-9141133278CB}"/>
                  </a:ext>
                </a:extLst>
              </p:cNvPr>
              <p:cNvSpPr txBox="1"/>
              <p:nvPr/>
            </p:nvSpPr>
            <p:spPr>
              <a:xfrm>
                <a:off x="5692959" y="3478438"/>
                <a:ext cx="537135" cy="2616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220A4DF-2F12-3479-E242-9141133278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2959" y="3478438"/>
                <a:ext cx="537135" cy="261610"/>
              </a:xfrm>
              <a:prstGeom prst="rect">
                <a:avLst/>
              </a:prstGeom>
              <a:blipFill>
                <a:blip r:embed="rId7"/>
                <a:stretch>
                  <a:fillRect b="-4651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5D89BA3-EAC5-7014-5315-AB8D448F7392}"/>
              </a:ext>
            </a:extLst>
          </p:cNvPr>
          <p:cNvCxnSpPr>
            <a:stCxn id="26" idx="3"/>
          </p:cNvCxnSpPr>
          <p:nvPr/>
        </p:nvCxnSpPr>
        <p:spPr>
          <a:xfrm flipV="1">
            <a:off x="4921834" y="2118124"/>
            <a:ext cx="3107126" cy="1218"/>
          </a:xfrm>
          <a:prstGeom prst="straightConnector1">
            <a:avLst/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E9DD0A2-1DBC-00F9-B808-A62B06046BBF}"/>
              </a:ext>
            </a:extLst>
          </p:cNvPr>
          <p:cNvCxnSpPr>
            <a:stCxn id="9" idx="3"/>
          </p:cNvCxnSpPr>
          <p:nvPr/>
        </p:nvCxnSpPr>
        <p:spPr>
          <a:xfrm>
            <a:off x="5575456" y="2521487"/>
            <a:ext cx="2453503" cy="0"/>
          </a:xfrm>
          <a:prstGeom prst="straightConnector1">
            <a:avLst/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9CED274-4A90-E7D3-0A64-F9FB3A1A209B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6226745" y="2905416"/>
            <a:ext cx="1802214" cy="7303"/>
          </a:xfrm>
          <a:prstGeom prst="straightConnector1">
            <a:avLst/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432FCF3-94FE-E086-0EDA-B42755437305}"/>
                  </a:ext>
                </a:extLst>
              </p:cNvPr>
              <p:cNvSpPr txBox="1"/>
              <p:nvPr/>
            </p:nvSpPr>
            <p:spPr>
              <a:xfrm>
                <a:off x="7505292" y="2274550"/>
                <a:ext cx="540661" cy="2616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432FCF3-94FE-E086-0EDA-B427554373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5292" y="2274550"/>
                <a:ext cx="540661" cy="261610"/>
              </a:xfrm>
              <a:prstGeom prst="rect">
                <a:avLst/>
              </a:prstGeom>
              <a:blipFill>
                <a:blip r:embed="rId8"/>
                <a:stretch>
                  <a:fillRect b="-697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9587573-DCED-05A4-0FEA-719B640D187A}"/>
                  </a:ext>
                </a:extLst>
              </p:cNvPr>
              <p:cNvSpPr txBox="1"/>
              <p:nvPr/>
            </p:nvSpPr>
            <p:spPr>
              <a:xfrm>
                <a:off x="7485643" y="2668491"/>
                <a:ext cx="555152" cy="27667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sub>
                      </m:sSub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9587573-DCED-05A4-0FEA-719B640D1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5643" y="2668491"/>
                <a:ext cx="555152" cy="276679"/>
              </a:xfrm>
              <a:prstGeom prst="rect">
                <a:avLst/>
              </a:prstGeom>
              <a:blipFill>
                <a:blip r:embed="rId9"/>
                <a:stretch>
                  <a:fillRect b="-444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ounded Rectangle 41">
                <a:extLst>
                  <a:ext uri="{FF2B5EF4-FFF2-40B4-BE49-F238E27FC236}">
                    <a16:creationId xmlns:a16="http://schemas.microsoft.com/office/drawing/2014/main" id="{FC0285F8-9378-5210-10C2-DBC2D14F12A9}"/>
                  </a:ext>
                </a:extLst>
              </p:cNvPr>
              <p:cNvSpPr/>
              <p:nvPr/>
            </p:nvSpPr>
            <p:spPr>
              <a:xfrm>
                <a:off x="3061613" y="2324472"/>
                <a:ext cx="504143" cy="367220"/>
              </a:xfrm>
              <a:prstGeom prst="round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Rounded Rectangle 41">
                <a:extLst>
                  <a:ext uri="{FF2B5EF4-FFF2-40B4-BE49-F238E27FC236}">
                    <a16:creationId xmlns:a16="http://schemas.microsoft.com/office/drawing/2014/main" id="{FC0285F8-9378-5210-10C2-DBC2D14F12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1613" y="2324472"/>
                <a:ext cx="504143" cy="367220"/>
              </a:xfrm>
              <a:prstGeom prst="roundRect">
                <a:avLst/>
              </a:prstGeom>
              <a:blipFill>
                <a:blip r:embed="rId10"/>
                <a:stretch>
                  <a:fillRect l="-4819" r="-843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ounded Rectangle 41">
                <a:extLst>
                  <a:ext uri="{FF2B5EF4-FFF2-40B4-BE49-F238E27FC236}">
                    <a16:creationId xmlns:a16="http://schemas.microsoft.com/office/drawing/2014/main" id="{E8DD2CBC-482B-A092-9018-0291790BD820}"/>
                  </a:ext>
                </a:extLst>
              </p:cNvPr>
              <p:cNvSpPr/>
              <p:nvPr/>
            </p:nvSpPr>
            <p:spPr>
              <a:xfrm>
                <a:off x="3067628" y="2718872"/>
                <a:ext cx="504143" cy="367220"/>
              </a:xfrm>
              <a:prstGeom prst="round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𝜓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Rounded Rectangle 41">
                <a:extLst>
                  <a:ext uri="{FF2B5EF4-FFF2-40B4-BE49-F238E27FC236}">
                    <a16:creationId xmlns:a16="http://schemas.microsoft.com/office/drawing/2014/main" id="{E8DD2CBC-482B-A092-9018-0291790BD8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7628" y="2718872"/>
                <a:ext cx="504143" cy="367220"/>
              </a:xfrm>
              <a:prstGeom prst="roundRect">
                <a:avLst/>
              </a:prstGeom>
              <a:blipFill>
                <a:blip r:embed="rId11"/>
                <a:stretch>
                  <a:fillRect l="-6024" r="-10843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ounded Rectangle 41">
                <a:extLst>
                  <a:ext uri="{FF2B5EF4-FFF2-40B4-BE49-F238E27FC236}">
                    <a16:creationId xmlns:a16="http://schemas.microsoft.com/office/drawing/2014/main" id="{5D762230-C1B1-ACD9-54F9-3CDC3AD7C4BA}"/>
                  </a:ext>
                </a:extLst>
              </p:cNvPr>
              <p:cNvSpPr/>
              <p:nvPr/>
            </p:nvSpPr>
            <p:spPr>
              <a:xfrm>
                <a:off x="3075666" y="3150751"/>
                <a:ext cx="504143" cy="367220"/>
              </a:xfrm>
              <a:prstGeom prst="round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𝑧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Rounded Rectangle 41">
                <a:extLst>
                  <a:ext uri="{FF2B5EF4-FFF2-40B4-BE49-F238E27FC236}">
                    <a16:creationId xmlns:a16="http://schemas.microsoft.com/office/drawing/2014/main" id="{5D762230-C1B1-ACD9-54F9-3CDC3AD7C4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5666" y="3150751"/>
                <a:ext cx="504143" cy="367220"/>
              </a:xfrm>
              <a:prstGeom prst="roundRect">
                <a:avLst/>
              </a:prstGeom>
              <a:blipFill>
                <a:blip r:embed="rId12"/>
                <a:stretch>
                  <a:fillRect l="-3659" r="-731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AF35119-D641-F13C-11C3-E394F78FFD28}"/>
                  </a:ext>
                </a:extLst>
              </p:cNvPr>
              <p:cNvSpPr txBox="1"/>
              <p:nvPr/>
            </p:nvSpPr>
            <p:spPr>
              <a:xfrm>
                <a:off x="4591873" y="2599780"/>
                <a:ext cx="555537" cy="2616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AF35119-D641-F13C-11C3-E394F78FF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1873" y="2599780"/>
                <a:ext cx="555537" cy="261610"/>
              </a:xfrm>
              <a:prstGeom prst="rect">
                <a:avLst/>
              </a:prstGeom>
              <a:blipFill>
                <a:blip r:embed="rId13"/>
                <a:stretch>
                  <a:fillRect b="-697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F8296DC-5150-F0C4-B12A-7AEEF3DB6670}"/>
                  </a:ext>
                </a:extLst>
              </p:cNvPr>
              <p:cNvSpPr txBox="1"/>
              <p:nvPr/>
            </p:nvSpPr>
            <p:spPr>
              <a:xfrm>
                <a:off x="5222534" y="3006370"/>
                <a:ext cx="570028" cy="27667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F8296DC-5150-F0C4-B12A-7AEEF3DB66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2534" y="3006370"/>
                <a:ext cx="570028" cy="276679"/>
              </a:xfrm>
              <a:prstGeom prst="rect">
                <a:avLst/>
              </a:prstGeom>
              <a:blipFill>
                <a:blip r:embed="rId14"/>
                <a:stretch>
                  <a:fillRect b="-217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E95DA35-E676-E098-5633-0629584EAB46}"/>
                  </a:ext>
                </a:extLst>
              </p:cNvPr>
              <p:cNvSpPr txBox="1"/>
              <p:nvPr/>
            </p:nvSpPr>
            <p:spPr>
              <a:xfrm>
                <a:off x="6563212" y="3542743"/>
                <a:ext cx="542906" cy="2616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E95DA35-E676-E098-5633-0629584EAB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3212" y="3542743"/>
                <a:ext cx="542906" cy="2616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8D4ED1C-244B-609F-8774-B0DE4D247FC8}"/>
                  </a:ext>
                </a:extLst>
              </p:cNvPr>
              <p:cNvSpPr txBox="1"/>
              <p:nvPr/>
            </p:nvSpPr>
            <p:spPr>
              <a:xfrm>
                <a:off x="5780978" y="3139781"/>
                <a:ext cx="319318" cy="2616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AE" sz="1100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8D4ED1C-244B-609F-8774-B0DE4D247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0978" y="3139781"/>
                <a:ext cx="319318" cy="2616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05F935B-FC62-944D-AFE2-D5314408E01B}"/>
                  </a:ext>
                </a:extLst>
              </p:cNvPr>
              <p:cNvSpPr txBox="1"/>
              <p:nvPr/>
            </p:nvSpPr>
            <p:spPr>
              <a:xfrm>
                <a:off x="5824735" y="3357682"/>
                <a:ext cx="319318" cy="2616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AE" sz="1100" dirty="0"/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05F935B-FC62-944D-AFE2-D5314408E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4735" y="3357682"/>
                <a:ext cx="319318" cy="2616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Oval 61">
            <a:extLst>
              <a:ext uri="{FF2B5EF4-FFF2-40B4-BE49-F238E27FC236}">
                <a16:creationId xmlns:a16="http://schemas.microsoft.com/office/drawing/2014/main" id="{ADE852A8-A16A-FA30-AC06-5002B75F08D0}"/>
              </a:ext>
            </a:extLst>
          </p:cNvPr>
          <p:cNvSpPr/>
          <p:nvPr/>
        </p:nvSpPr>
        <p:spPr>
          <a:xfrm>
            <a:off x="6108053" y="3907631"/>
            <a:ext cx="36000" cy="36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944E1A6F-D86A-598C-6F43-8844628073DF}"/>
              </a:ext>
            </a:extLst>
          </p:cNvPr>
          <p:cNvSpPr/>
          <p:nvPr/>
        </p:nvSpPr>
        <p:spPr>
          <a:xfrm>
            <a:off x="5734624" y="3907631"/>
            <a:ext cx="36000" cy="36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E40DB44C-060C-C300-FC44-79A21319F212}"/>
              </a:ext>
            </a:extLst>
          </p:cNvPr>
          <p:cNvSpPr/>
          <p:nvPr/>
        </p:nvSpPr>
        <p:spPr>
          <a:xfrm>
            <a:off x="5083335" y="3907631"/>
            <a:ext cx="36000" cy="36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742DBA4-8869-B471-FFBB-85430E804CEA}"/>
                  </a:ext>
                </a:extLst>
              </p:cNvPr>
              <p:cNvSpPr txBox="1"/>
              <p:nvPr/>
            </p:nvSpPr>
            <p:spPr>
              <a:xfrm>
                <a:off x="6048103" y="3093089"/>
                <a:ext cx="498213" cy="246221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742DBA4-8869-B471-FFBB-85430E804C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8103" y="3093089"/>
                <a:ext cx="498213" cy="24622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071EB20C-6345-488A-B5E4-4FC45AC9BD11}"/>
              </a:ext>
            </a:extLst>
          </p:cNvPr>
          <p:cNvCxnSpPr>
            <a:cxnSpLocks/>
            <a:stCxn id="49" idx="3"/>
            <a:endCxn id="21" idx="2"/>
          </p:cNvCxnSpPr>
          <p:nvPr/>
        </p:nvCxnSpPr>
        <p:spPr>
          <a:xfrm flipH="1">
            <a:off x="7011323" y="2782792"/>
            <a:ext cx="1996242" cy="730319"/>
          </a:xfrm>
          <a:prstGeom prst="bentConnector4">
            <a:avLst>
              <a:gd name="adj1" fmla="val -10554"/>
              <a:gd name="adj2" fmla="val 155851"/>
            </a:avLst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5631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A9350-19F8-49EE-60DE-6592B572B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8EC679D4-2955-0E0F-0110-1073BA1E935C}"/>
              </a:ext>
            </a:extLst>
          </p:cNvPr>
          <p:cNvSpPr/>
          <p:nvPr/>
        </p:nvSpPr>
        <p:spPr>
          <a:xfrm>
            <a:off x="8028961" y="1877322"/>
            <a:ext cx="962198" cy="182214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B6F22F7-D95F-6A67-AC15-2D603C0D4555}"/>
              </a:ext>
            </a:extLst>
          </p:cNvPr>
          <p:cNvSpPr txBox="1"/>
          <p:nvPr/>
        </p:nvSpPr>
        <p:spPr>
          <a:xfrm>
            <a:off x="8040795" y="2551959"/>
            <a:ext cx="966770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Quadrotor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Dynamics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EFF859B-ED80-9057-ABBF-9E53B02384B0}"/>
              </a:ext>
            </a:extLst>
          </p:cNvPr>
          <p:cNvCxnSpPr>
            <a:cxnSpLocks/>
            <a:endCxn id="32" idx="2"/>
          </p:cNvCxnSpPr>
          <p:nvPr/>
        </p:nvCxnSpPr>
        <p:spPr>
          <a:xfrm>
            <a:off x="3629701" y="3293236"/>
            <a:ext cx="2431215" cy="11537"/>
          </a:xfrm>
          <a:prstGeom prst="straightConnector1">
            <a:avLst/>
          </a:prstGeom>
          <a:ln w="19050" cmpd="sng">
            <a:solidFill>
              <a:schemeClr val="tx1"/>
            </a:solidFill>
            <a:headEnd type="oval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ounded Rectangle 41">
                <a:extLst>
                  <a:ext uri="{FF2B5EF4-FFF2-40B4-BE49-F238E27FC236}">
                    <a16:creationId xmlns:a16="http://schemas.microsoft.com/office/drawing/2014/main" id="{7D8E7787-F865-A4FC-23D4-105BA71C5C4D}"/>
                  </a:ext>
                </a:extLst>
              </p:cNvPr>
              <p:cNvSpPr/>
              <p:nvPr/>
            </p:nvSpPr>
            <p:spPr>
              <a:xfrm>
                <a:off x="3060670" y="1919983"/>
                <a:ext cx="504143" cy="367220"/>
              </a:xfrm>
              <a:prstGeom prst="round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𝜙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Rounded Rectangle 41">
                <a:extLst>
                  <a:ext uri="{FF2B5EF4-FFF2-40B4-BE49-F238E27FC236}">
                    <a16:creationId xmlns:a16="http://schemas.microsoft.com/office/drawing/2014/main" id="{7D8E7787-F865-A4FC-23D4-105BA71C5C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0670" y="1919983"/>
                <a:ext cx="504143" cy="367220"/>
              </a:xfrm>
              <a:prstGeom prst="roundRect">
                <a:avLst/>
              </a:prstGeom>
              <a:blipFill>
                <a:blip r:embed="rId3"/>
                <a:stretch>
                  <a:fillRect l="-6024" r="-10843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ounded Rectangle 25">
            <a:extLst>
              <a:ext uri="{FF2B5EF4-FFF2-40B4-BE49-F238E27FC236}">
                <a16:creationId xmlns:a16="http://schemas.microsoft.com/office/drawing/2014/main" id="{A3F92E14-DAF0-2E01-A871-9A1F3F205553}"/>
              </a:ext>
            </a:extLst>
          </p:cNvPr>
          <p:cNvSpPr/>
          <p:nvPr/>
        </p:nvSpPr>
        <p:spPr>
          <a:xfrm>
            <a:off x="6616153" y="1862408"/>
            <a:ext cx="955833" cy="165070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Fully Coupled GRU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3078F031-8BAA-196D-42ED-71F9AED9A062}"/>
                  </a:ext>
                </a:extLst>
              </p:cNvPr>
              <p:cNvSpPr txBox="1"/>
              <p:nvPr/>
            </p:nvSpPr>
            <p:spPr>
              <a:xfrm>
                <a:off x="7490801" y="1862408"/>
                <a:ext cx="552652" cy="27667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3078F031-8BAA-196D-42ED-71F9AED9A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0801" y="1862408"/>
                <a:ext cx="552652" cy="276679"/>
              </a:xfrm>
              <a:prstGeom prst="rect">
                <a:avLst/>
              </a:prstGeom>
              <a:blipFill>
                <a:blip r:embed="rId4"/>
                <a:stretch>
                  <a:fillRect b="-444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70734DF4-FD07-C74A-8BF6-1EB0F942C380}"/>
                  </a:ext>
                </a:extLst>
              </p:cNvPr>
              <p:cNvSpPr txBox="1"/>
              <p:nvPr/>
            </p:nvSpPr>
            <p:spPr>
              <a:xfrm>
                <a:off x="7546236" y="3057966"/>
                <a:ext cx="574520" cy="2616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70734DF4-FD07-C74A-8BF6-1EB0F942C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6236" y="3057966"/>
                <a:ext cx="574520" cy="261610"/>
              </a:xfrm>
              <a:prstGeom prst="rect">
                <a:avLst/>
              </a:prstGeom>
              <a:blipFill>
                <a:blip r:embed="rId5"/>
                <a:stretch>
                  <a:fillRect b="-4651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0D536AA9-2825-56CF-F977-FCDC863204EB}"/>
                  </a:ext>
                </a:extLst>
              </p:cNvPr>
              <p:cNvSpPr txBox="1"/>
              <p:nvPr/>
            </p:nvSpPr>
            <p:spPr>
              <a:xfrm>
                <a:off x="3922277" y="2220146"/>
                <a:ext cx="561116" cy="27667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0D536AA9-2825-56CF-F977-FCDC863204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2277" y="2220146"/>
                <a:ext cx="561116" cy="276679"/>
              </a:xfrm>
              <a:prstGeom prst="rect">
                <a:avLst/>
              </a:prstGeom>
              <a:blipFill>
                <a:blip r:embed="rId6"/>
                <a:stretch>
                  <a:fillRect b="-217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2E21A98-8B5D-7380-F090-7534A1917409}"/>
              </a:ext>
            </a:extLst>
          </p:cNvPr>
          <p:cNvCxnSpPr>
            <a:cxnSpLocks/>
            <a:endCxn id="35" idx="2"/>
          </p:cNvCxnSpPr>
          <p:nvPr/>
        </p:nvCxnSpPr>
        <p:spPr>
          <a:xfrm>
            <a:off x="3639503" y="2903346"/>
            <a:ext cx="1932302" cy="0"/>
          </a:xfrm>
          <a:prstGeom prst="straightConnector1">
            <a:avLst/>
          </a:prstGeom>
          <a:ln w="19050" cmpd="sng">
            <a:solidFill>
              <a:schemeClr val="tx1"/>
            </a:solidFill>
            <a:headEnd type="oval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7C13EEF-606B-921D-6F46-5D69493B352F}"/>
              </a:ext>
            </a:extLst>
          </p:cNvPr>
          <p:cNvCxnSpPr>
            <a:cxnSpLocks/>
            <a:endCxn id="36" idx="2"/>
          </p:cNvCxnSpPr>
          <p:nvPr/>
        </p:nvCxnSpPr>
        <p:spPr>
          <a:xfrm>
            <a:off x="3661934" y="2516459"/>
            <a:ext cx="1372508" cy="2514"/>
          </a:xfrm>
          <a:prstGeom prst="straightConnector1">
            <a:avLst/>
          </a:prstGeom>
          <a:ln w="19050" cmpd="sng">
            <a:solidFill>
              <a:schemeClr val="tx1"/>
            </a:solidFill>
            <a:headEnd type="oval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C004D2C-202D-C06A-55F4-4FA3EFEBBCB4}"/>
              </a:ext>
            </a:extLst>
          </p:cNvPr>
          <p:cNvCxnSpPr>
            <a:cxnSpLocks/>
            <a:endCxn id="37" idx="2"/>
          </p:cNvCxnSpPr>
          <p:nvPr/>
        </p:nvCxnSpPr>
        <p:spPr>
          <a:xfrm>
            <a:off x="3660176" y="2118124"/>
            <a:ext cx="711553" cy="3484"/>
          </a:xfrm>
          <a:prstGeom prst="straightConnector1">
            <a:avLst/>
          </a:prstGeom>
          <a:ln w="19050" cmpd="sng">
            <a:solidFill>
              <a:schemeClr val="tx1"/>
            </a:solidFill>
            <a:headEnd type="oval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4E8C13E-0D5A-375F-5295-79F1284B1369}"/>
              </a:ext>
            </a:extLst>
          </p:cNvPr>
          <p:cNvCxnSpPr>
            <a:cxnSpLocks/>
            <a:stCxn id="48" idx="3"/>
            <a:endCxn id="35" idx="4"/>
          </p:cNvCxnSpPr>
          <p:nvPr/>
        </p:nvCxnSpPr>
        <p:spPr>
          <a:xfrm flipH="1">
            <a:off x="5639537" y="2788392"/>
            <a:ext cx="3351622" cy="182685"/>
          </a:xfrm>
          <a:prstGeom prst="bentConnector4">
            <a:avLst>
              <a:gd name="adj1" fmla="val -6821"/>
              <a:gd name="adj2" fmla="val 623844"/>
            </a:avLst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C9E4E358-BD82-B494-93EC-9D55997B0FFF}"/>
              </a:ext>
            </a:extLst>
          </p:cNvPr>
          <p:cNvCxnSpPr>
            <a:cxnSpLocks/>
            <a:stCxn id="48" idx="3"/>
            <a:endCxn id="36" idx="4"/>
          </p:cNvCxnSpPr>
          <p:nvPr/>
        </p:nvCxnSpPr>
        <p:spPr>
          <a:xfrm flipH="1" flipV="1">
            <a:off x="5102174" y="2586704"/>
            <a:ext cx="3888985" cy="201688"/>
          </a:xfrm>
          <a:prstGeom prst="bentConnector4">
            <a:avLst>
              <a:gd name="adj1" fmla="val -5878"/>
              <a:gd name="adj2" fmla="val -565066"/>
            </a:avLst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8AE18F5B-8162-8006-5DA6-18E5E90A81E8}"/>
              </a:ext>
            </a:extLst>
          </p:cNvPr>
          <p:cNvCxnSpPr>
            <a:cxnSpLocks/>
            <a:stCxn id="48" idx="3"/>
            <a:endCxn id="37" idx="4"/>
          </p:cNvCxnSpPr>
          <p:nvPr/>
        </p:nvCxnSpPr>
        <p:spPr>
          <a:xfrm flipH="1" flipV="1">
            <a:off x="4439461" y="2189339"/>
            <a:ext cx="4551698" cy="599053"/>
          </a:xfrm>
          <a:prstGeom prst="bentConnector4">
            <a:avLst>
              <a:gd name="adj1" fmla="val -5022"/>
              <a:gd name="adj2" fmla="val -190245"/>
            </a:avLst>
          </a:prstGeom>
          <a:ln w="19050">
            <a:headEnd type="none"/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DB2A21DB-69F2-7FF8-A3B6-43C2B3B3B649}"/>
              </a:ext>
            </a:extLst>
          </p:cNvPr>
          <p:cNvSpPr/>
          <p:nvPr/>
        </p:nvSpPr>
        <p:spPr>
          <a:xfrm>
            <a:off x="6060916" y="3237042"/>
            <a:ext cx="135463" cy="135463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sz="1200" dirty="0">
              <a:solidFill>
                <a:prstClr val="white"/>
              </a:solidFill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7B9BD3A-0BFD-966C-FA23-5ABAA32CAE41}"/>
              </a:ext>
            </a:extLst>
          </p:cNvPr>
          <p:cNvCxnSpPr>
            <a:cxnSpLocks/>
            <a:stCxn id="32" idx="6"/>
          </p:cNvCxnSpPr>
          <p:nvPr/>
        </p:nvCxnSpPr>
        <p:spPr>
          <a:xfrm>
            <a:off x="6196379" y="3304774"/>
            <a:ext cx="417669" cy="0"/>
          </a:xfrm>
          <a:prstGeom prst="straightConnector1">
            <a:avLst/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FFAB79D-B2D8-65EC-3FC1-18BD7016462C}"/>
              </a:ext>
            </a:extLst>
          </p:cNvPr>
          <p:cNvCxnSpPr>
            <a:cxnSpLocks/>
          </p:cNvCxnSpPr>
          <p:nvPr/>
        </p:nvCxnSpPr>
        <p:spPr>
          <a:xfrm>
            <a:off x="7559903" y="3372505"/>
            <a:ext cx="468433" cy="5143"/>
          </a:xfrm>
          <a:prstGeom prst="straightConnector1">
            <a:avLst/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12E8C484-C8C3-A530-B664-674CCD490EDE}"/>
              </a:ext>
            </a:extLst>
          </p:cNvPr>
          <p:cNvCxnSpPr>
            <a:cxnSpLocks/>
            <a:stCxn id="48" idx="3"/>
            <a:endCxn id="32" idx="4"/>
          </p:cNvCxnSpPr>
          <p:nvPr/>
        </p:nvCxnSpPr>
        <p:spPr>
          <a:xfrm flipH="1">
            <a:off x="6128648" y="2788392"/>
            <a:ext cx="2862511" cy="584113"/>
          </a:xfrm>
          <a:prstGeom prst="bentConnector4">
            <a:avLst>
              <a:gd name="adj1" fmla="val -7986"/>
              <a:gd name="adj2" fmla="val 195111"/>
            </a:avLst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7DAB6DE-9593-2D01-60B8-A6F59B1927AF}"/>
                  </a:ext>
                </a:extLst>
              </p:cNvPr>
              <p:cNvSpPr txBox="1"/>
              <p:nvPr/>
            </p:nvSpPr>
            <p:spPr>
              <a:xfrm>
                <a:off x="5692959" y="3478438"/>
                <a:ext cx="537135" cy="2616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7DAB6DE-9593-2D01-60B8-A6F59B1927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2959" y="3478438"/>
                <a:ext cx="537135" cy="261610"/>
              </a:xfrm>
              <a:prstGeom prst="rect">
                <a:avLst/>
              </a:prstGeom>
              <a:blipFill>
                <a:blip r:embed="rId7"/>
                <a:stretch>
                  <a:fillRect b="-4651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CC0656B-E986-AC51-6874-D236E00F12BC}"/>
              </a:ext>
            </a:extLst>
          </p:cNvPr>
          <p:cNvCxnSpPr>
            <a:cxnSpLocks/>
          </p:cNvCxnSpPr>
          <p:nvPr/>
        </p:nvCxnSpPr>
        <p:spPr>
          <a:xfrm>
            <a:off x="7571987" y="2118124"/>
            <a:ext cx="456973" cy="0"/>
          </a:xfrm>
          <a:prstGeom prst="straightConnector1">
            <a:avLst/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4F04E9D-F0F6-05E8-60B6-4A2F3B72470C}"/>
              </a:ext>
            </a:extLst>
          </p:cNvPr>
          <p:cNvCxnSpPr>
            <a:cxnSpLocks/>
          </p:cNvCxnSpPr>
          <p:nvPr/>
        </p:nvCxnSpPr>
        <p:spPr>
          <a:xfrm>
            <a:off x="7571987" y="2516459"/>
            <a:ext cx="456972" cy="5028"/>
          </a:xfrm>
          <a:prstGeom prst="straightConnector1">
            <a:avLst/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A9314C1-3C6B-5D56-32A3-76CDF23AFC8B}"/>
              </a:ext>
            </a:extLst>
          </p:cNvPr>
          <p:cNvCxnSpPr>
            <a:cxnSpLocks/>
          </p:cNvCxnSpPr>
          <p:nvPr/>
        </p:nvCxnSpPr>
        <p:spPr>
          <a:xfrm>
            <a:off x="7580574" y="2912719"/>
            <a:ext cx="448385" cy="0"/>
          </a:xfrm>
          <a:prstGeom prst="straightConnector1">
            <a:avLst/>
          </a:prstGeom>
          <a:ln w="19050"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67C5742-1F2A-2195-49DE-A0E58CB87B40}"/>
                  </a:ext>
                </a:extLst>
              </p:cNvPr>
              <p:cNvSpPr txBox="1"/>
              <p:nvPr/>
            </p:nvSpPr>
            <p:spPr>
              <a:xfrm>
                <a:off x="7505292" y="2274550"/>
                <a:ext cx="540661" cy="2616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67C5742-1F2A-2195-49DE-A0E58CB87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5292" y="2274550"/>
                <a:ext cx="540661" cy="261610"/>
              </a:xfrm>
              <a:prstGeom prst="rect">
                <a:avLst/>
              </a:prstGeom>
              <a:blipFill>
                <a:blip r:embed="rId8"/>
                <a:stretch>
                  <a:fillRect b="-697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DED8C4-3C86-4ED9-2168-52C925B5F6D6}"/>
                  </a:ext>
                </a:extLst>
              </p:cNvPr>
              <p:cNvSpPr txBox="1"/>
              <p:nvPr/>
            </p:nvSpPr>
            <p:spPr>
              <a:xfrm>
                <a:off x="7516543" y="2613869"/>
                <a:ext cx="555152" cy="27667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sub>
                      </m:sSub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DED8C4-3C86-4ED9-2168-52C925B5F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543" y="2613869"/>
                <a:ext cx="555152" cy="276679"/>
              </a:xfrm>
              <a:prstGeom prst="rect">
                <a:avLst/>
              </a:prstGeom>
              <a:blipFill>
                <a:blip r:embed="rId9"/>
                <a:stretch>
                  <a:fillRect b="-444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ounded Rectangle 41">
                <a:extLst>
                  <a:ext uri="{FF2B5EF4-FFF2-40B4-BE49-F238E27FC236}">
                    <a16:creationId xmlns:a16="http://schemas.microsoft.com/office/drawing/2014/main" id="{F40D1A89-6CA7-271E-2FB7-77CF9FD91BA7}"/>
                  </a:ext>
                </a:extLst>
              </p:cNvPr>
              <p:cNvSpPr/>
              <p:nvPr/>
            </p:nvSpPr>
            <p:spPr>
              <a:xfrm>
                <a:off x="3061613" y="2324472"/>
                <a:ext cx="504143" cy="367220"/>
              </a:xfrm>
              <a:prstGeom prst="round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Rounded Rectangle 41">
                <a:extLst>
                  <a:ext uri="{FF2B5EF4-FFF2-40B4-BE49-F238E27FC236}">
                    <a16:creationId xmlns:a16="http://schemas.microsoft.com/office/drawing/2014/main" id="{F40D1A89-6CA7-271E-2FB7-77CF9FD91B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1613" y="2324472"/>
                <a:ext cx="504143" cy="367220"/>
              </a:xfrm>
              <a:prstGeom prst="roundRect">
                <a:avLst/>
              </a:prstGeom>
              <a:blipFill>
                <a:blip r:embed="rId10"/>
                <a:stretch>
                  <a:fillRect l="-4819" r="-843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ounded Rectangle 41">
                <a:extLst>
                  <a:ext uri="{FF2B5EF4-FFF2-40B4-BE49-F238E27FC236}">
                    <a16:creationId xmlns:a16="http://schemas.microsoft.com/office/drawing/2014/main" id="{F3BD58A3-F5E5-166C-3206-394A6975B6CB}"/>
                  </a:ext>
                </a:extLst>
              </p:cNvPr>
              <p:cNvSpPr/>
              <p:nvPr/>
            </p:nvSpPr>
            <p:spPr>
              <a:xfrm>
                <a:off x="3067628" y="2718872"/>
                <a:ext cx="504143" cy="367220"/>
              </a:xfrm>
              <a:prstGeom prst="round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𝜓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Rounded Rectangle 41">
                <a:extLst>
                  <a:ext uri="{FF2B5EF4-FFF2-40B4-BE49-F238E27FC236}">
                    <a16:creationId xmlns:a16="http://schemas.microsoft.com/office/drawing/2014/main" id="{F3BD58A3-F5E5-166C-3206-394A6975B6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7628" y="2718872"/>
                <a:ext cx="504143" cy="367220"/>
              </a:xfrm>
              <a:prstGeom prst="roundRect">
                <a:avLst/>
              </a:prstGeom>
              <a:blipFill>
                <a:blip r:embed="rId11"/>
                <a:stretch>
                  <a:fillRect l="-6024" r="-10843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ounded Rectangle 41">
                <a:extLst>
                  <a:ext uri="{FF2B5EF4-FFF2-40B4-BE49-F238E27FC236}">
                    <a16:creationId xmlns:a16="http://schemas.microsoft.com/office/drawing/2014/main" id="{BDB6F56B-7852-88D0-87BB-D2AE4D9B4C63}"/>
                  </a:ext>
                </a:extLst>
              </p:cNvPr>
              <p:cNvSpPr/>
              <p:nvPr/>
            </p:nvSpPr>
            <p:spPr>
              <a:xfrm>
                <a:off x="3075666" y="3150751"/>
                <a:ext cx="504143" cy="367220"/>
              </a:xfrm>
              <a:prstGeom prst="round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𝑧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Rounded Rectangle 41">
                <a:extLst>
                  <a:ext uri="{FF2B5EF4-FFF2-40B4-BE49-F238E27FC236}">
                    <a16:creationId xmlns:a16="http://schemas.microsoft.com/office/drawing/2014/main" id="{BDB6F56B-7852-88D0-87BB-D2AE4D9B4C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5666" y="3150751"/>
                <a:ext cx="504143" cy="367220"/>
              </a:xfrm>
              <a:prstGeom prst="roundRect">
                <a:avLst/>
              </a:prstGeom>
              <a:blipFill>
                <a:blip r:embed="rId12"/>
                <a:stretch>
                  <a:fillRect l="-3659" r="-731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AF58142-8DAD-0F0C-1FFB-ECAB4CD40AB1}"/>
                  </a:ext>
                </a:extLst>
              </p:cNvPr>
              <p:cNvSpPr txBox="1"/>
              <p:nvPr/>
            </p:nvSpPr>
            <p:spPr>
              <a:xfrm>
                <a:off x="4595079" y="2599780"/>
                <a:ext cx="549125" cy="2616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AF58142-8DAD-0F0C-1FFB-ECAB4CD40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5079" y="2599780"/>
                <a:ext cx="549125" cy="261610"/>
              </a:xfrm>
              <a:prstGeom prst="rect">
                <a:avLst/>
              </a:prstGeom>
              <a:blipFill>
                <a:blip r:embed="rId13"/>
                <a:stretch>
                  <a:fillRect b="-697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8D8F882-3020-6303-ED64-0C9E6E00F406}"/>
                  </a:ext>
                </a:extLst>
              </p:cNvPr>
              <p:cNvSpPr txBox="1"/>
              <p:nvPr/>
            </p:nvSpPr>
            <p:spPr>
              <a:xfrm>
                <a:off x="5225740" y="3006370"/>
                <a:ext cx="563616" cy="27667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8D8F882-3020-6303-ED64-0C9E6E00F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5740" y="3006370"/>
                <a:ext cx="563616" cy="276679"/>
              </a:xfrm>
              <a:prstGeom prst="rect">
                <a:avLst/>
              </a:prstGeom>
              <a:blipFill>
                <a:blip r:embed="rId14"/>
                <a:stretch>
                  <a:fillRect b="-217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ED3D0EB-4AAA-47D0-D047-768ABC05654F}"/>
                  </a:ext>
                </a:extLst>
              </p:cNvPr>
              <p:cNvSpPr txBox="1"/>
              <p:nvPr/>
            </p:nvSpPr>
            <p:spPr>
              <a:xfrm>
                <a:off x="6882722" y="3522375"/>
                <a:ext cx="468141" cy="22313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8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85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sz="8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sz="8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8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8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ED3D0EB-4AAA-47D0-D047-768ABC056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722" y="3522375"/>
                <a:ext cx="468141" cy="22313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208ADC8-9C6D-68CF-6830-98D8F7D4022B}"/>
                  </a:ext>
                </a:extLst>
              </p:cNvPr>
              <p:cNvSpPr txBox="1"/>
              <p:nvPr/>
            </p:nvSpPr>
            <p:spPr>
              <a:xfrm>
                <a:off x="5780670" y="3090473"/>
                <a:ext cx="319318" cy="2616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AE" sz="1100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208ADC8-9C6D-68CF-6830-98D8F7D40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0670" y="3090473"/>
                <a:ext cx="319318" cy="2616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162D51E0-33C4-E7E5-6479-01D7D1F718F1}"/>
                  </a:ext>
                </a:extLst>
              </p:cNvPr>
              <p:cNvSpPr txBox="1"/>
              <p:nvPr/>
            </p:nvSpPr>
            <p:spPr>
              <a:xfrm>
                <a:off x="5836237" y="3305923"/>
                <a:ext cx="319318" cy="2616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AE" sz="1100" dirty="0"/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162D51E0-33C4-E7E5-6479-01D7D1F71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6237" y="3305923"/>
                <a:ext cx="319318" cy="2616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Oval 61">
            <a:extLst>
              <a:ext uri="{FF2B5EF4-FFF2-40B4-BE49-F238E27FC236}">
                <a16:creationId xmlns:a16="http://schemas.microsoft.com/office/drawing/2014/main" id="{0790D13C-8087-BFBD-F4BB-A4F64A836FC3}"/>
              </a:ext>
            </a:extLst>
          </p:cNvPr>
          <p:cNvSpPr/>
          <p:nvPr/>
        </p:nvSpPr>
        <p:spPr>
          <a:xfrm>
            <a:off x="6108053" y="3907631"/>
            <a:ext cx="36000" cy="36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451B8B70-60D1-A2F5-4624-27F5EEC30485}"/>
              </a:ext>
            </a:extLst>
          </p:cNvPr>
          <p:cNvSpPr/>
          <p:nvPr/>
        </p:nvSpPr>
        <p:spPr>
          <a:xfrm>
            <a:off x="5631106" y="3907631"/>
            <a:ext cx="36000" cy="36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6B72035-75E4-8996-2FF6-D2B2F15D9D75}"/>
              </a:ext>
            </a:extLst>
          </p:cNvPr>
          <p:cNvSpPr/>
          <p:nvPr/>
        </p:nvSpPr>
        <p:spPr>
          <a:xfrm>
            <a:off x="5083335" y="3907631"/>
            <a:ext cx="36000" cy="36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82E2995-BB00-8E70-5B51-88B2AEF0584E}"/>
                  </a:ext>
                </a:extLst>
              </p:cNvPr>
              <p:cNvSpPr txBox="1"/>
              <p:nvPr/>
            </p:nvSpPr>
            <p:spPr>
              <a:xfrm>
                <a:off x="6132936" y="3054797"/>
                <a:ext cx="498213" cy="246221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82E2995-BB00-8E70-5B51-88B2AEF05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2936" y="3054797"/>
                <a:ext cx="498213" cy="24622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Oval 34">
            <a:extLst>
              <a:ext uri="{FF2B5EF4-FFF2-40B4-BE49-F238E27FC236}">
                <a16:creationId xmlns:a16="http://schemas.microsoft.com/office/drawing/2014/main" id="{4736AC4D-1FD9-1F05-25F3-025F6E71D08F}"/>
              </a:ext>
            </a:extLst>
          </p:cNvPr>
          <p:cNvSpPr/>
          <p:nvPr/>
        </p:nvSpPr>
        <p:spPr>
          <a:xfrm>
            <a:off x="5571805" y="2835614"/>
            <a:ext cx="135463" cy="135463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sz="1200" dirty="0">
              <a:solidFill>
                <a:prstClr val="white"/>
              </a:solidFill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6BDCE86-4B53-41FC-680D-9C42E5C6D2F4}"/>
              </a:ext>
            </a:extLst>
          </p:cNvPr>
          <p:cNvSpPr/>
          <p:nvPr/>
        </p:nvSpPr>
        <p:spPr>
          <a:xfrm>
            <a:off x="5034442" y="2451241"/>
            <a:ext cx="135463" cy="135463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sz="1200" dirty="0">
              <a:solidFill>
                <a:prstClr val="white"/>
              </a:solidFill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432AC7A-E0CA-ED2E-8A59-FFA672800913}"/>
              </a:ext>
            </a:extLst>
          </p:cNvPr>
          <p:cNvSpPr/>
          <p:nvPr/>
        </p:nvSpPr>
        <p:spPr>
          <a:xfrm>
            <a:off x="4371729" y="2053876"/>
            <a:ext cx="135463" cy="135463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sz="1200" dirty="0">
              <a:solidFill>
                <a:prstClr val="white"/>
              </a:solidFill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44FEC19-9F28-6544-91CF-63C4D3254F03}"/>
              </a:ext>
            </a:extLst>
          </p:cNvPr>
          <p:cNvCxnSpPr>
            <a:stCxn id="35" idx="6"/>
          </p:cNvCxnSpPr>
          <p:nvPr/>
        </p:nvCxnSpPr>
        <p:spPr>
          <a:xfrm flipV="1">
            <a:off x="5707268" y="2902482"/>
            <a:ext cx="906780" cy="864"/>
          </a:xfrm>
          <a:prstGeom prst="straightConnector1">
            <a:avLst/>
          </a:prstGeom>
          <a:ln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80050CA-76FE-CA09-29E8-F727E18F8BFA}"/>
              </a:ext>
            </a:extLst>
          </p:cNvPr>
          <p:cNvCxnSpPr>
            <a:cxnSpLocks/>
            <a:stCxn id="36" idx="6"/>
          </p:cNvCxnSpPr>
          <p:nvPr/>
        </p:nvCxnSpPr>
        <p:spPr>
          <a:xfrm>
            <a:off x="5169905" y="2518973"/>
            <a:ext cx="1444143" cy="0"/>
          </a:xfrm>
          <a:prstGeom prst="straightConnector1">
            <a:avLst/>
          </a:prstGeom>
          <a:ln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A889535-EB11-6D23-C631-C941F9212497}"/>
              </a:ext>
            </a:extLst>
          </p:cNvPr>
          <p:cNvCxnSpPr>
            <a:stCxn id="37" idx="6"/>
          </p:cNvCxnSpPr>
          <p:nvPr/>
        </p:nvCxnSpPr>
        <p:spPr>
          <a:xfrm flipV="1">
            <a:off x="4507192" y="2118124"/>
            <a:ext cx="2106856" cy="3484"/>
          </a:xfrm>
          <a:prstGeom prst="straightConnector1">
            <a:avLst/>
          </a:prstGeom>
          <a:ln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B2DF521-9217-8709-7DAA-CC784124D212}"/>
                  </a:ext>
                </a:extLst>
              </p:cNvPr>
              <p:cNvSpPr txBox="1"/>
              <p:nvPr/>
            </p:nvSpPr>
            <p:spPr>
              <a:xfrm>
                <a:off x="5664135" y="2667160"/>
                <a:ext cx="521553" cy="25994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B2DF521-9217-8709-7DAA-CC784124D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4135" y="2667160"/>
                <a:ext cx="521553" cy="259943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01828994-F6FB-34DB-2785-DE54CAC66BCB}"/>
                  </a:ext>
                </a:extLst>
              </p:cNvPr>
              <p:cNvSpPr txBox="1"/>
              <p:nvPr/>
            </p:nvSpPr>
            <p:spPr>
              <a:xfrm>
                <a:off x="4502096" y="1813470"/>
                <a:ext cx="520592" cy="25994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01828994-F6FB-34DB-2785-DE54CAC66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2096" y="1813470"/>
                <a:ext cx="520592" cy="259943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05E6ED2-7C84-FBE5-6CB3-3BA924BE2395}"/>
                  </a:ext>
                </a:extLst>
              </p:cNvPr>
              <p:cNvSpPr txBox="1"/>
              <p:nvPr/>
            </p:nvSpPr>
            <p:spPr>
              <a:xfrm>
                <a:off x="5155055" y="2264911"/>
                <a:ext cx="508536" cy="246221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05E6ED2-7C84-FBE5-6CB3-3BA924BE2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5055" y="2264911"/>
                <a:ext cx="508536" cy="246221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659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24273</TotalTime>
  <Words>796</Words>
  <Application>Microsoft Office PowerPoint</Application>
  <PresentationFormat>Widescreen</PresentationFormat>
  <Paragraphs>400</Paragraphs>
  <Slides>25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Ishaq Hafez</dc:creator>
  <cp:lastModifiedBy>Ishaq Hafez</cp:lastModifiedBy>
  <cp:revision>2</cp:revision>
  <dcterms:created xsi:type="dcterms:W3CDTF">2026-03-04T12:57:13Z</dcterms:created>
  <dcterms:modified xsi:type="dcterms:W3CDTF">2026-04-17T23:19:02Z</dcterms:modified>
</cp:coreProperties>
</file>